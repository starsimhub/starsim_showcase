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741" r:id="rId1"/>
    <p:sldMasterId id="2147484106" r:id="rId2"/>
  </p:sldMasterIdLst>
  <p:notesMasterIdLst>
    <p:notesMasterId r:id="rId7"/>
  </p:notesMasterIdLst>
  <p:sldIdLst>
    <p:sldId id="2147483639" r:id="rId3"/>
    <p:sldId id="264" r:id="rId4"/>
    <p:sldId id="2147483640" r:id="rId5"/>
    <p:sldId id="2147483641" r:id="rId6"/>
  </p:sldIdLst>
  <p:sldSz cx="12192000" cy="6858000"/>
  <p:notesSz cx="9144000" cy="6858000"/>
  <p:embeddedFontLst>
    <p:embeddedFont>
      <p:font typeface="Cambria" panose="02040503050406030204" pitchFamily="18" charset="0"/>
      <p:regular r:id="rId8"/>
      <p:bold r:id="rId9"/>
      <p:italic r:id="rId10"/>
      <p:boldItalic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7">
          <p15:clr>
            <a:srgbClr val="A4A3A4"/>
          </p15:clr>
        </p15:guide>
        <p15:guide id="2" pos="2932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Dd8lVMLsPOfBRUyDt8IQPmwUqv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EC0023-2A63-09B2-C562-67B5F65FB676}" name="Sharon Achilles" initials="SA" userId="S::sharon.achilles@gatesfoundation.org::6a459452-b3aa-46a4-9154-d65bc442cd76" providerId="AD"/>
  <p188:author id="{1E9E5548-E49B-2FA7-0581-46FB6E9C16EE}" name="Jamie Cohen" initials="JC" userId="S::Jamie.Cohen@gatesfoundation.org::cb8646f5-8645-4927-96d7-7652cd3cd0a1" providerId="AD"/>
  <p188:author id="{48A52185-D783-0C5C-56C8-1D0CE284EC9B}" name="Haina Shin" initials="HS" userId="S::haina.shin@gatesfoundation.org::8c1c7ab9-d4c7-4d26-b5ef-e21f9aca0e59" providerId="AD"/>
  <p188:author id="{05391CDB-E12F-050E-5BF1-6994E22BF18C}" name="Robyn Stuart" initials="RS" userId="S::Robyn.Stuart@gatesfoundation.org::4d4d5dc8-eba0-4d5b-9006-7eabf02e38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700"/>
    <a:srgbClr val="9A45DC"/>
    <a:srgbClr val="004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5"/>
    <p:restoredTop sz="83537"/>
  </p:normalViewPr>
  <p:slideViewPr>
    <p:cSldViewPr snapToGrid="0">
      <p:cViewPr varScale="1">
        <p:scale>
          <a:sx n="92" d="100"/>
          <a:sy n="92" d="100"/>
        </p:scale>
        <p:origin x="1624" y="480"/>
      </p:cViewPr>
      <p:guideLst>
        <p:guide orient="horz" pos="7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217"/>
        <p:guide pos="29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72" Type="http://schemas.microsoft.com/office/2018/10/relationships/authors" Target="authors.xml"/><Relationship Id="rId3" Type="http://schemas.openxmlformats.org/officeDocument/2006/relationships/slide" Target="slides/slide1.xml"/><Relationship Id="rId6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6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8535194" y="6604110"/>
            <a:ext cx="377688" cy="2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7116416" y="6604108"/>
            <a:ext cx="1351722" cy="253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2"/>
          </p:nvPr>
        </p:nvSpPr>
        <p:spPr>
          <a:xfrm>
            <a:off x="608806" y="278940"/>
            <a:ext cx="3140242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03A44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953409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802835" y="6604110"/>
            <a:ext cx="3962400" cy="2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806" y="6585280"/>
            <a:ext cx="1292881" cy="1435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n"/>
          <p:cNvSpPr txBox="1">
            <a:spLocks noGrp="1"/>
          </p:cNvSpPr>
          <p:nvPr>
            <p:ph type="body" idx="1"/>
          </p:nvPr>
        </p:nvSpPr>
        <p:spPr>
          <a:xfrm>
            <a:off x="608806" y="3650974"/>
            <a:ext cx="7859332" cy="254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954088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121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7.emf"/><Relationship Id="rId4" Type="http://schemas.openxmlformats.org/officeDocument/2006/relationships/tags" Target="../tags/tag5.xml"/><Relationship Id="rId9" Type="http://schemas.openxmlformats.org/officeDocument/2006/relationships/oleObject" Target="../embeddings/oleObject2.bin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786" cy="29319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53ACD-FE2C-8C0B-F259-984D67D5A0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00200" y="1293303"/>
            <a:ext cx="7547502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9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  <a:noFill/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588704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Logo Frame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  <a:noFill/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0C480D86-1A81-D1C3-7F63-83D50FE249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1803" y="1731145"/>
            <a:ext cx="6513203" cy="11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93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144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24EDA-30DD-A5F6-F1A8-6C12D09E7F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00200" y="1293303"/>
            <a:ext cx="7547502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2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834640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33963F-2000-B96F-4075-A99824AAE3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00200" y="1293303"/>
            <a:ext cx="7547502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8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9" y="1732902"/>
            <a:ext cx="8063336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9" y="2439225"/>
            <a:ext cx="8063336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72927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81" y="5301842"/>
            <a:ext cx="11562499" cy="1283501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8DF1E54-3DF4-B88B-4F7C-230D405D8E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13760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Text Only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9" y="2834640"/>
            <a:ext cx="8063336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72927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81" y="5301842"/>
            <a:ext cx="11562499" cy="1283501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8DF1E54-3DF4-B88B-4F7C-230D405D8E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863214-199D-1F0A-1E01-F4E1F69A5A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31698" y="1610347"/>
            <a:ext cx="6617470" cy="115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3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834640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A4111-A1D6-D0AF-930C-B44226DF89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00200" y="1293303"/>
            <a:ext cx="7547502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6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22EC62-CC8B-4DB9-864A-3CBA965A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2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22EC62-CC8B-4DB9-864A-3CBA965A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17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Saffron">
    <p:bg>
      <p:bgPr>
        <a:solidFill>
          <a:srgbClr val="E7C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FC7768-5668-6257-BB17-8E7CC9808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315508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Light Turqoise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434ACB-D5B5-F104-1E71-E81A19FCA6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360097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0A4C8F-B2AC-D87E-48A8-47206CCDB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6048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Dark Blu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7554CB-85D6-3343-4B4F-A43513B10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98360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187565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Saffr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accent6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95991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accent6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79944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9866C-709B-0A39-8A6C-0A0B36A9F5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7DF7F14-C8A4-05B3-7811-B6D216B58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7009" cy="2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2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- Parchment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parchment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07E99AEF-095A-5680-1445-FABB4D7C7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2247C3-2FC3-8F2A-AEE4-E534F51EF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457" y="6537960"/>
            <a:ext cx="1164437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1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Basic text slide – slate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bg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1" name="Date Placeholder 5">
            <a:extLst>
              <a:ext uri="{FF2B5EF4-FFF2-40B4-BE49-F238E27FC236}">
                <a16:creationId xmlns:a16="http://schemas.microsoft.com/office/drawing/2014/main" id="{560954BA-966B-314F-9EB1-CE3F2110C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D9174E-463E-5F46-AFCF-E36D8E9AF966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603871BE-0B86-574C-858D-FE7A50995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20438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3903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Basic text slide – parchment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603871BE-0B86-574C-858D-FE7A50995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457" y="1585029"/>
            <a:ext cx="11112303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1F43A76-8D1F-F618-F0CB-214D96F75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7009" cy="2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7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Basic text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0030"/>
            <a:ext cx="11119274" cy="20819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2E7B7752-E4B2-ED4B-8866-D8BBE9493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F05B559-581F-D941-BDCC-78105100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7DB30-90C6-211C-BDBC-DB034F63F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18850" cy="464907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CDD6550-FF67-03D4-C0A1-2DB9931B97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7009" cy="2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3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ext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Basic text slide – slate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bg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20438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5462A084-CD0F-6442-2243-BF39AB8FC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457" y="6543018"/>
            <a:ext cx="1005840" cy="176142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AAF9A3E-5795-6F3A-89DE-A541A34B3675}"/>
              </a:ext>
            </a:extLst>
          </p:cNvPr>
          <p:cNvSpPr txBox="1">
            <a:spLocks/>
          </p:cNvSpPr>
          <p:nvPr userDrawn="1"/>
        </p:nvSpPr>
        <p:spPr>
          <a:xfrm>
            <a:off x="10463463" y="6585465"/>
            <a:ext cx="852402" cy="9948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700" kern="1200" spc="20" baseline="0">
                <a:solidFill>
                  <a:schemeClr val="bg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@Gates Foundation</a:t>
            </a:r>
          </a:p>
        </p:txBody>
      </p:sp>
    </p:spTree>
    <p:extLst>
      <p:ext uri="{BB962C8B-B14F-4D97-AF65-F5344CB8AC3E}">
        <p14:creationId xmlns:p14="http://schemas.microsoft.com/office/powerpoint/2010/main" val="222277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ext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Basic text slide – parchment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457" y="1585029"/>
            <a:ext cx="11112303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1F43A76-8D1F-F618-F0CB-214D96F75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7009" cy="2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7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ext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0030"/>
            <a:ext cx="11119274" cy="20819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7DB30-90C6-211C-BDBC-DB034F63F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18850" cy="464907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CDD6550-FF67-03D4-C0A1-2DB9931B97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7009" cy="23141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2BDBB30-F219-1D52-26D5-83CFBD57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614AD3-E084-D1FF-20C0-2257B2E6EA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E980E31-E442-D041-62FC-178A298C64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70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17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2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 +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46BCE5A-C6EA-3D45-B6AA-69F8F5DE5F7C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4221" y="1641186"/>
            <a:ext cx="5439928" cy="276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2244720"/>
            <a:ext cx="5447479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F34A11-D1C4-1141-A437-411C04A150D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6359" y="1641186"/>
            <a:ext cx="5368926" cy="2769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2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87039" y="2244720"/>
            <a:ext cx="5376378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351902C6-7022-D242-9AEC-97393407D1E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A97348-D29C-3C40-912C-F73B04E68B6D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7FFAF916-9C90-0441-B544-DB40E49534DD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3992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84A50A12-A2BB-E740-BF44-D5B7CEBE05B3}"/>
              </a:ext>
            </a:extLst>
          </p:cNvPr>
          <p:cNvCxnSpPr>
            <a:cxnSpLocks/>
          </p:cNvCxnSpPr>
          <p:nvPr userDrawn="1"/>
        </p:nvCxnSpPr>
        <p:spPr>
          <a:xfrm>
            <a:off x="6290246" y="1570338"/>
            <a:ext cx="53675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0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2 col, n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457" y="530943"/>
            <a:ext cx="11120967" cy="36576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columns, no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1782147"/>
            <a:ext cx="5447479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48400" y="1782147"/>
            <a:ext cx="5415017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ctr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351902C6-7022-D242-9AEC-97393407D1E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37ADF3-A856-DB40-90F0-BD1B78D75ADE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7719F-4180-6E81-9C02-4D0BE327AC66}"/>
              </a:ext>
            </a:extLst>
          </p:cNvPr>
          <p:cNvSpPr txBox="1"/>
          <p:nvPr userDrawn="1"/>
        </p:nvSpPr>
        <p:spPr>
          <a:xfrm>
            <a:off x="10548594" y="-1036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1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3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527B-AF9D-AAAE-0232-18D579622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- 3 columns + headers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21A6A3E-D5C2-274B-9184-CF0B08D6326A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5F1F30-ADD4-2D42-B311-B75E622B009F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539" y="1641185"/>
            <a:ext cx="3505220" cy="3231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9011BA4-3821-4B58-946F-A0583B8E1B4E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533539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15B2A8-7385-AE44-8F67-B76BE921AD2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44186" y="1641185"/>
            <a:ext cx="3504524" cy="3229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10828F-1382-45D3-89A8-402C37D30449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4343804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A4F4A86-B345-DD4A-8370-2D614F921BA0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8153838" y="1641185"/>
            <a:ext cx="3512407" cy="31960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976A536-AE04-47EE-AABB-40C62FC32200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8153936" y="2244720"/>
            <a:ext cx="3507796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7" name="Date Placeholder 10">
            <a:extLst>
              <a:ext uri="{FF2B5EF4-FFF2-40B4-BE49-F238E27FC236}">
                <a16:creationId xmlns:a16="http://schemas.microsoft.com/office/drawing/2014/main" id="{A0B25769-BA88-A643-B364-6674B6C73A63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32BEE-40D1-A44D-8EE0-C023ED8A09EF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1">
            <a:extLst>
              <a:ext uri="{FF2B5EF4-FFF2-40B4-BE49-F238E27FC236}">
                <a16:creationId xmlns:a16="http://schemas.microsoft.com/office/drawing/2014/main" id="{D4B82B62-89D6-1C4B-B886-A14D4F516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2">
            <a:extLst>
              <a:ext uri="{FF2B5EF4-FFF2-40B4-BE49-F238E27FC236}">
                <a16:creationId xmlns:a16="http://schemas.microsoft.com/office/drawing/2014/main" id="{8FA37F43-6547-5445-851B-83EE6B2A87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91EB1A-BD52-6E4D-B2F3-4E0C90632DAD}"/>
              </a:ext>
            </a:extLst>
          </p:cNvPr>
          <p:cNvCxnSpPr>
            <a:cxnSpLocks/>
          </p:cNvCxnSpPr>
          <p:nvPr userDrawn="1"/>
        </p:nvCxnSpPr>
        <p:spPr>
          <a:xfrm>
            <a:off x="533539" y="1570338"/>
            <a:ext cx="35052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744E64E2-DAFF-1A41-9B6B-24903F2DB65C}"/>
              </a:ext>
            </a:extLst>
          </p:cNvPr>
          <p:cNvCxnSpPr>
            <a:cxnSpLocks/>
          </p:cNvCxnSpPr>
          <p:nvPr userDrawn="1"/>
        </p:nvCxnSpPr>
        <p:spPr>
          <a:xfrm>
            <a:off x="4344188" y="1570338"/>
            <a:ext cx="350413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1B6D433B-5A96-A544-B3DF-4EC0C519327F}"/>
              </a:ext>
            </a:extLst>
          </p:cNvPr>
          <p:cNvCxnSpPr>
            <a:cxnSpLocks/>
          </p:cNvCxnSpPr>
          <p:nvPr userDrawn="1"/>
        </p:nvCxnSpPr>
        <p:spPr>
          <a:xfrm>
            <a:off x="8153838" y="1570338"/>
            <a:ext cx="351240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04D0E82-B23A-2AD0-FE90-9697B2DC15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85637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4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Text or graphic - 4 columns + headers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71927BD-B4FA-EC4D-A5D3-E03AE021C3F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984" y="1641185"/>
            <a:ext cx="2542032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EF76F41-D8DB-4580-811E-D1003591DD53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533539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05214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8E1E33F-6DF6-48A3-A979-304826CA9205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3396136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244756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69AABD8A-B408-41CE-9B4A-1133E3CC445C}"/>
              </a:ext>
            </a:extLst>
          </p:cNvPr>
          <p:cNvSpPr>
            <a:spLocks noGrp="1"/>
          </p:cNvSpPr>
          <p:nvPr>
            <p:ph sz="quarter" idx="8" hasCustomPrompt="1"/>
          </p:nvPr>
        </p:nvSpPr>
        <p:spPr>
          <a:xfrm>
            <a:off x="6258733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21331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A2C700D-EE02-41BA-A700-9BE5E6C60C26}"/>
              </a:ext>
            </a:extLst>
          </p:cNvPr>
          <p:cNvSpPr>
            <a:spLocks noGrp="1"/>
          </p:cNvSpPr>
          <p:nvPr>
            <p:ph sz="quarter" idx="9" hasCustomPrompt="1"/>
          </p:nvPr>
        </p:nvSpPr>
        <p:spPr>
          <a:xfrm>
            <a:off x="9121331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E7973-C3D3-474E-8452-C92D4C0A5294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3405214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6244756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912133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D8E862E-0083-4813-69DE-206DC409F8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8482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+ photos - 4 Columns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71927BD-B4FA-EC4D-A5D3-E03AE021C3F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984" y="1641184"/>
            <a:ext cx="2542032" cy="141551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396433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258882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21331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6D186-DD17-1648-A0B2-C192F6BE5666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339659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625896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912133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514D60-64FD-835A-C69B-1EBC2A8A1C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7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A303727B-D178-271E-9284-21AA7B79C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05819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93A1A34-5627-2B57-DE5E-C4A95866C9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9181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A016B4A-9DF5-9138-23C6-125C197594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2542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67C397E-8C1E-6C10-8D52-668BE1D18B1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D05FF9-349E-8CD9-AAA2-BCEA302D05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4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627364E-17AC-6F82-8B3F-7C3C003FDF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8502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32C95F6-750E-227C-9738-4ED9333395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7506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5EB25BC-206B-50D0-2072-DBAFA24A24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42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24633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image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0509C-165E-064C-810A-F5EBDA985433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C4BA8D-D559-D0AD-8DF5-47F52AF114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5486" y="1485901"/>
            <a:ext cx="11106150" cy="4648200"/>
          </a:xfrm>
          <a:noFill/>
        </p:spPr>
        <p:txBody>
          <a:bodyPr tIns="146304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Drag or click icon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35109B4-C1C0-143D-5B13-39E659557D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2457" y="6180307"/>
            <a:ext cx="111061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58303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graphic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graphic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1562100"/>
            <a:ext cx="11122000" cy="4572000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36C93-5C49-5349-BF14-0148CCEEBC2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96377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graphic –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535517"/>
            <a:ext cx="11122000" cy="5598583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36C93-5C49-5349-BF14-0148CCEEBC2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57718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r graphic - 2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 +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46BCE5A-C6EA-3D45-B6AA-69F8F5DE5F7C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4221" y="1641186"/>
            <a:ext cx="5439928" cy="276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2244720"/>
            <a:ext cx="5447479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F34A11-D1C4-1141-A437-411C04A150D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6359" y="1641186"/>
            <a:ext cx="5368926" cy="2769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2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86359" y="2244720"/>
            <a:ext cx="5376378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7FFAF916-9C90-0441-B544-DB40E49534DD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3992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84A50A12-A2BB-E740-BF44-D5B7CEBE05B3}"/>
              </a:ext>
            </a:extLst>
          </p:cNvPr>
          <p:cNvCxnSpPr>
            <a:cxnSpLocks/>
          </p:cNvCxnSpPr>
          <p:nvPr userDrawn="1"/>
        </p:nvCxnSpPr>
        <p:spPr>
          <a:xfrm>
            <a:off x="6290246" y="1570338"/>
            <a:ext cx="53675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B2D81C-33F0-E466-62B4-E3610BEB89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7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r graphic - 2 col, n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457" y="530943"/>
            <a:ext cx="11120967" cy="36576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columns, no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1782147"/>
            <a:ext cx="5447479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48400" y="1782147"/>
            <a:ext cx="5415017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ctr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7719F-4180-6E81-9C02-4D0BE327AC66}"/>
              </a:ext>
            </a:extLst>
          </p:cNvPr>
          <p:cNvSpPr txBox="1"/>
          <p:nvPr userDrawn="1"/>
        </p:nvSpPr>
        <p:spPr>
          <a:xfrm>
            <a:off x="10548594" y="-1036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1D921DC-08FB-31B3-61FC-9A8E7AFCA8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5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r graphic - 3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527B-AF9D-AAAE-0232-18D579622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- 3 columns + headers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21A6A3E-D5C2-274B-9184-CF0B08D6326A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5F1F30-ADD4-2D42-B311-B75E622B009F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539" y="1641185"/>
            <a:ext cx="3505220" cy="3231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9011BA4-3821-4B58-946F-A0583B8E1B4E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533539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15B2A8-7385-AE44-8F67-B76BE921AD2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44186" y="1641185"/>
            <a:ext cx="3504524" cy="3229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10828F-1382-45D3-89A8-402C37D30449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4343804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A4F4A86-B345-DD4A-8370-2D614F921BA0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8153838" y="1641185"/>
            <a:ext cx="3512407" cy="31960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976A536-AE04-47EE-AABB-40C62FC32200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8153936" y="2244720"/>
            <a:ext cx="3507796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1">
            <a:extLst>
              <a:ext uri="{FF2B5EF4-FFF2-40B4-BE49-F238E27FC236}">
                <a16:creationId xmlns:a16="http://schemas.microsoft.com/office/drawing/2014/main" id="{D4B82B62-89D6-1C4B-B886-A14D4F516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2">
            <a:extLst>
              <a:ext uri="{FF2B5EF4-FFF2-40B4-BE49-F238E27FC236}">
                <a16:creationId xmlns:a16="http://schemas.microsoft.com/office/drawing/2014/main" id="{8FA37F43-6547-5445-851B-83EE6B2A87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91EB1A-BD52-6E4D-B2F3-4E0C90632DAD}"/>
              </a:ext>
            </a:extLst>
          </p:cNvPr>
          <p:cNvCxnSpPr>
            <a:cxnSpLocks/>
          </p:cNvCxnSpPr>
          <p:nvPr userDrawn="1"/>
        </p:nvCxnSpPr>
        <p:spPr>
          <a:xfrm>
            <a:off x="533539" y="1570338"/>
            <a:ext cx="35052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744E64E2-DAFF-1A41-9B6B-24903F2DB65C}"/>
              </a:ext>
            </a:extLst>
          </p:cNvPr>
          <p:cNvCxnSpPr>
            <a:cxnSpLocks/>
          </p:cNvCxnSpPr>
          <p:nvPr userDrawn="1"/>
        </p:nvCxnSpPr>
        <p:spPr>
          <a:xfrm>
            <a:off x="4344188" y="1570338"/>
            <a:ext cx="350413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1B6D433B-5A96-A544-B3DF-4EC0C519327F}"/>
              </a:ext>
            </a:extLst>
          </p:cNvPr>
          <p:cNvCxnSpPr>
            <a:cxnSpLocks/>
          </p:cNvCxnSpPr>
          <p:nvPr userDrawn="1"/>
        </p:nvCxnSpPr>
        <p:spPr>
          <a:xfrm>
            <a:off x="8153838" y="1570338"/>
            <a:ext cx="351240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04D0E82-B23A-2AD0-FE90-9697B2DC15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E8907AC-DAFF-4D69-E39C-1D87C56E3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3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r graphic - 4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Text or graphic - 4 columns + headers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71927BD-B4FA-EC4D-A5D3-E03AE021C3F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984" y="1641185"/>
            <a:ext cx="2542032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EF76F41-D8DB-4580-811E-D1003591DD53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533539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05214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8E1E33F-6DF6-48A3-A979-304826CA9205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3396136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244756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69AABD8A-B408-41CE-9B4A-1133E3CC445C}"/>
              </a:ext>
            </a:extLst>
          </p:cNvPr>
          <p:cNvSpPr>
            <a:spLocks noGrp="1"/>
          </p:cNvSpPr>
          <p:nvPr>
            <p:ph sz="quarter" idx="8" hasCustomPrompt="1"/>
          </p:nvPr>
        </p:nvSpPr>
        <p:spPr>
          <a:xfrm>
            <a:off x="6258733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21331" y="1641185"/>
            <a:ext cx="2542032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A2C700D-EE02-41BA-A700-9BE5E6C60C26}"/>
              </a:ext>
            </a:extLst>
          </p:cNvPr>
          <p:cNvSpPr>
            <a:spLocks noGrp="1"/>
          </p:cNvSpPr>
          <p:nvPr>
            <p:ph sz="quarter" idx="9" hasCustomPrompt="1"/>
          </p:nvPr>
        </p:nvSpPr>
        <p:spPr>
          <a:xfrm>
            <a:off x="9121331" y="2244720"/>
            <a:ext cx="2542032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3405214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6244756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912133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D8E862E-0083-4813-69DE-206DC409F8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C340DEF-F0A1-2197-E383-9FF6E84001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2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hoto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+ photos - 4 Columns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71927BD-B4FA-EC4D-A5D3-E03AE021C3F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984" y="1641184"/>
            <a:ext cx="2542032" cy="141551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396433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258882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21331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339659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625896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912133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514D60-64FD-835A-C69B-1EBC2A8A1C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7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A303727B-D178-271E-9284-21AA7B79C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05819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93A1A34-5627-2B57-DE5E-C4A95866C9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9181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A016B4A-9DF5-9138-23C6-125C197594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2542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67C397E-8C1E-6C10-8D52-668BE1D18B1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D05FF9-349E-8CD9-AAA2-BCEA302D05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4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627364E-17AC-6F82-8B3F-7C3C003FDF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8502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32C95F6-750E-227C-9738-4ED9333395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7506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5EB25BC-206B-50D0-2072-DBAFA24A24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42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3B20B78-6EAC-6D97-9C9D-6FA6B9F6A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4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-width image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image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C4BA8D-D559-D0AD-8DF5-47F52AF114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5486" y="1485901"/>
            <a:ext cx="11106150" cy="4648200"/>
          </a:xfrm>
          <a:noFill/>
        </p:spPr>
        <p:txBody>
          <a:bodyPr tIns="146304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Drag or click icon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35109B4-C1C0-143D-5B13-39E659557D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2457" y="6180307"/>
            <a:ext cx="111061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47122D8-4B3F-251E-1A51-9DCC8D849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8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-width graphic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graphic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1562100"/>
            <a:ext cx="11122000" cy="4572000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125439D-9085-13B8-57F6-6FD48A58C4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3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-width graphic –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535517"/>
            <a:ext cx="11122000" cy="5598583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5073407-77FD-6A9A-4CC8-6E97FF9CA3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2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with standar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Large text with standard image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8416187-2676-4C97-8C77-B094D1524F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221" y="1754704"/>
            <a:ext cx="3503842" cy="4303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Large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C6CA577-9C24-E745-9EE2-2967A71F05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3400" y="6096696"/>
            <a:ext cx="7284317" cy="183575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A32D5-599B-0E4F-9F06-69C145ECA256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D8AD69F0-C6ED-1D41-9425-FD4C83DAA44D}"/>
              </a:ext>
            </a:extLst>
          </p:cNvPr>
          <p:cNvCxnSpPr>
            <a:cxnSpLocks/>
          </p:cNvCxnSpPr>
          <p:nvPr userDrawn="1"/>
        </p:nvCxnSpPr>
        <p:spPr>
          <a:xfrm>
            <a:off x="543952" y="1564876"/>
            <a:ext cx="3494111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07FB6E-96D0-0A16-600B-BA7482910C3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43400" y="1565274"/>
            <a:ext cx="7284317" cy="4492619"/>
          </a:xfrm>
          <a:noFill/>
        </p:spPr>
        <p:txBody>
          <a:bodyPr tIns="1463040">
            <a:noAutofit/>
          </a:bodyPr>
          <a:lstStyle>
            <a:lvl1pPr marL="171501" marR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Drag picture to placeholder or click icon to add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34557-9B55-A4B0-61F1-ACCEC34D0401}"/>
              </a:ext>
            </a:extLst>
          </p:cNvPr>
          <p:cNvSpPr txBox="1"/>
          <p:nvPr userDrawn="1"/>
        </p:nvSpPr>
        <p:spPr>
          <a:xfrm>
            <a:off x="2008094" y="221428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783D1-5884-54CC-EC86-75E75B8F752F}"/>
              </a:ext>
            </a:extLst>
          </p:cNvPr>
          <p:cNvSpPr txBox="1"/>
          <p:nvPr userDrawn="1"/>
        </p:nvSpPr>
        <p:spPr>
          <a:xfrm>
            <a:off x="1659467" y="1896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46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Large 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43400" y="1564877"/>
            <a:ext cx="7284317" cy="4487248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A8127-87E3-BC48-AD95-DED164029ADC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31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Large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639606-D190-C517-A1E5-81A163BF532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79025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tandar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99A29D6-76B5-B1E0-4A1A-E8138F83A9D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400" y="1565275"/>
            <a:ext cx="7285038" cy="4489450"/>
          </a:xfrm>
        </p:spPr>
        <p:txBody>
          <a:bodyPr bIns="1828800" anchor="ctr"/>
          <a:lstStyle>
            <a:lvl1pPr algn="ctr">
              <a:defRPr sz="1200"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standard image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04EB6F-0EB5-414F-AEF5-C56AD69ADF43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0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C48E8-43FD-171A-5628-EDD4F1320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3400" y="6096697"/>
            <a:ext cx="7284317" cy="107722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71861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65266" y="1564876"/>
            <a:ext cx="7262451" cy="4493021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F699F9-19B4-4241-8415-D375D9EA6F74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87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400" baseline="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CC0DA-CE10-8B9F-655C-3E5D8E001E5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4103784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ble, Chart or Object -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table, chart or object - 1:3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09570" y="1564876"/>
            <a:ext cx="7318147" cy="4493023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3EE0DC-8C8B-7A4A-8685-EB7180526FD2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F01442-EBCF-F40C-F167-C486C9BDCD4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64283" y="1565275"/>
            <a:ext cx="3495675" cy="4501430"/>
          </a:xfrm>
        </p:spPr>
        <p:txBody>
          <a:bodyPr tIns="1188720"/>
          <a:lstStyle>
            <a:lvl1pPr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AE21997-0BB6-A4D0-872A-BCC74D43F77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428273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ide-bar notes – par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5"/>
            <a:ext cx="2011680" cy="4570476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7C3BD8-00AE-0742-8DB1-6FA3CD6B1C0D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DCA2DA-B5A7-F9D8-B9C9-826D58BF567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25"/>
            <a:ext cx="8869680" cy="4570475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01F500B-8108-D66D-8E5A-F983BBA5E4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247595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10192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752">
          <p15:clr>
            <a:srgbClr val="FBAE40"/>
          </p15:clr>
        </p15:guide>
        <p15:guide id="8" pos="160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69787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37929-26A8-274C-A161-5C062C1E2201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93683" y="1563624"/>
            <a:ext cx="8869680" cy="4570476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AA89EDA-DE65-ED49-625C-EF4D0209C80A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14135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7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56AA10-6C1E-0243-B075-C09DF783BF2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A97FEB3-4446-CDCD-010B-FEDABA5276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486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affron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7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Saffron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tx2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56AA10-6C1E-0243-B075-C09DF783BF2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2274F95-6859-33D5-852F-B0C0562902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73802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26136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BCAF0-E24F-DF4E-ABE1-5CE5A5FCE0AC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79396" y="1563624"/>
            <a:ext cx="8869680" cy="4526819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B8A36A1-4776-7C50-89CC-A6C822ED710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08030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Large 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43400" y="1564877"/>
            <a:ext cx="7284317" cy="4487248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31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Large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639606-D190-C517-A1E5-81A163BF532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2D6F643-DD80-D2C4-1952-B917427EFB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4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standar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99A29D6-76B5-B1E0-4A1A-E8138F83A9D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400" y="1565275"/>
            <a:ext cx="7285038" cy="4489450"/>
          </a:xfrm>
        </p:spPr>
        <p:txBody>
          <a:bodyPr bIns="1828800" anchor="ctr"/>
          <a:lstStyle>
            <a:lvl1pPr algn="ctr">
              <a:defRPr sz="1200"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standard image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0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C48E8-43FD-171A-5628-EDD4F1320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3400" y="6096697"/>
            <a:ext cx="7284317" cy="107722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B0786F5-C151-CC9F-173D-F0E2EB6A8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6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65266" y="1564876"/>
            <a:ext cx="7262451" cy="4493021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87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400" baseline="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CC0DA-CE10-8B9F-655C-3E5D8E001E5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B31D4D7-8BA4-87F2-6B0A-DB499DD9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able, Chart or Object -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table, chart or object - 1:3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09570" y="1564876"/>
            <a:ext cx="7318147" cy="4493023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F01442-EBCF-F40C-F167-C486C9BDCD4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64283" y="1565275"/>
            <a:ext cx="3495675" cy="4501430"/>
          </a:xfrm>
        </p:spPr>
        <p:txBody>
          <a:bodyPr tIns="1188720"/>
          <a:lstStyle>
            <a:lvl1pPr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AE21997-0BB6-A4D0-872A-BCC74D43F77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B676050-031C-AEAB-4B19-583ED534A1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4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side-bar notes – par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5"/>
            <a:ext cx="2011680" cy="4570476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DCA2DA-B5A7-F9D8-B9C9-826D58BF567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25"/>
            <a:ext cx="8869680" cy="4570475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01F500B-8108-D66D-8E5A-F983BBA5E4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247595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FE7D146-37CD-9DBD-9D78-FBBA204396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1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752">
          <p15:clr>
            <a:srgbClr val="FBAE40"/>
          </p15:clr>
        </p15:guide>
        <p15:guide id="8" pos="1608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 and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69787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93683" y="1563624"/>
            <a:ext cx="8869680" cy="4570476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AA89EDA-DE65-ED49-625C-EF4D0209C80A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E575F90-FA8C-04D3-9B0D-EA84A00E19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8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7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A97FEB3-4446-CDCD-010B-FEDABA5276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1D278F-7811-8ECE-90F7-456CD08799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2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Saffron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6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saffron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tx2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2274F95-6859-33D5-852F-B0C0562902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1E1B994-197C-620D-4234-88250A2ED0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0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26136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79396" y="1563624"/>
            <a:ext cx="8869680" cy="4526819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B8A36A1-4776-7C50-89CC-A6C822ED710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C34603A-E631-37E0-8F53-F40AC14097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2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affron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saffron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26136"/>
          </a:xfrm>
          <a:solidFill>
            <a:schemeClr val="tx2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BCAF0-E24F-DF4E-ABE1-5CE5A5FCE0AC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79396" y="1563624"/>
            <a:ext cx="8869680" cy="4526819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8B33BB7-53BD-D85E-4446-6F16369F388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11233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 - 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and images - 4 columns + headers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1573067"/>
            <a:ext cx="250327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3206699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353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174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09815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87881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7BFEA-381A-8345-82DA-A71F7B2A5E7E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EC240E-9B26-E2EC-A8F6-74D6AE04C1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2855841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E62CE65-B007-3B02-E36A-94B2EBF64A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5012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D0432-E00B-63D3-8BFE-1E67A2E1A7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9815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23ED2EB-DCEE-0374-1099-D5B3662A1E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4619" y="2855841"/>
            <a:ext cx="248781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49348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w heading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with headings - 4 columns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2103124"/>
            <a:ext cx="250327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4301322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486B55-A585-344E-A5BE-3FA38CE0563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6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+ text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and text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2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58640" y="4083691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1AEF1-97B3-B645-B20D-4CA19CC506D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5" y="1573402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5" y="4083691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44725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C80C0-6A1B-E886-15F9-7C7DD3834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41C741-BC50-AFF7-AA7C-A29E8594ED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AA83ED-0B7A-204E-B5F9-FF358EB253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5" y="6165499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060DFA-C111-BC41-1C40-80D6FFE32F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8640" y="3660565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8FDBD51-D18A-9042-F9B5-E74881958D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5" y="3671374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71768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 –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and text – 3 photos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3"/>
            <a:ext cx="4583229" cy="456069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1EFAF6-90EB-344A-95A3-5216600B8A52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269127" y="1573403"/>
            <a:ext cx="2394236" cy="211537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69127" y="3994850"/>
            <a:ext cx="2394236" cy="2139250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6089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A003E8A-54C4-CB7B-4BD1-86C75D0C4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34986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A59AFF1-B8F5-EF6C-7267-800AAC31D6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4583229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01A5EC0-6356-B336-3C26-5A9866B73B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9127" y="6165499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02F0B23-7DFC-9278-EF68-8007F527F6C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69127" y="3724448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9989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5 images + headings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2101663"/>
            <a:ext cx="5439243" cy="4032437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5978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C32785-F12B-E046-A31C-1C53461053E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5978609-77B5-786C-26A9-8A8687356B2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145978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07562A-A557-9DE5-A065-373483B32D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72436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CF28FF-7557-AEA5-5409-0F963C71C41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72436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615921-4DC2-6C1B-E40D-82C85E9B26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983" y="1641185"/>
            <a:ext cx="5447814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31FBD5F-F20E-A98F-39CA-95B3D30A70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6207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2759FE6-37D3-E285-6417-622CF0ED974C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45978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F14F82-1D54-11E5-B131-F5B85DE83CF4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4781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A427334F-27DB-A50A-C956-1BEA0341BCFD}"/>
              </a:ext>
            </a:extLst>
          </p:cNvPr>
          <p:cNvCxnSpPr>
            <a:cxnSpLocks/>
          </p:cNvCxnSpPr>
          <p:nvPr userDrawn="1"/>
        </p:nvCxnSpPr>
        <p:spPr>
          <a:xfrm>
            <a:off x="6276206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72DD0A2C-5318-63EB-8275-6913D5B3F889}"/>
              </a:ext>
            </a:extLst>
          </p:cNvPr>
          <p:cNvCxnSpPr>
            <a:cxnSpLocks/>
          </p:cNvCxnSpPr>
          <p:nvPr userDrawn="1"/>
        </p:nvCxnSpPr>
        <p:spPr>
          <a:xfrm>
            <a:off x="9145978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2D59345-9AD7-65E3-2D1B-43FB4C2412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6207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A6FF786-2DF7-8B19-9F9C-F92F81333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5978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E173FE2-DB15-0DD8-2E98-3AB8619BF5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92302BE-8FAD-4666-DCE1-55C5C6D0C1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6A0828A-4FAE-4217-20EC-113B5A70AA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978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7347D94-939E-6F3A-79FA-F354FBA673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1554" y="3743301"/>
            <a:ext cx="259368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6876C49-2191-EB6E-8CED-183AD30FBDE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5978" y="3754110"/>
            <a:ext cx="25319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87861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1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1573403"/>
            <a:ext cx="5439243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4583" y="1573403"/>
            <a:ext cx="5394960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E3FFF9-82BE-4F45-AB2A-49760BA53BDB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B19A84E-FCC4-1957-BE73-754D41CC64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54477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880FA1-15E8-0361-C357-051E64F4FD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539490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05230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27426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7426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61494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1494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20B7DB-99C0-6E49-A94D-7B2B48A87EA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8EE2F4C-4A14-E5F0-9411-E68C5E2CCB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54768B9-A0BC-F83A-B112-04CAFC34BD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494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B9263A-8419-6694-2300-E49E824502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983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86DE33-0640-2158-B378-A9DF6E3D2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1494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4200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16302" y="1573404"/>
            <a:ext cx="3522297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16302" y="4064891"/>
            <a:ext cx="3522297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399" y="1573404"/>
            <a:ext cx="3520440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43399" y="4064891"/>
            <a:ext cx="3520440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067E45-C0E7-244B-B2FC-1F0132196F7E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4" y="1573404"/>
            <a:ext cx="3521763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4" y="4064891"/>
            <a:ext cx="3521763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A2CAC5-2B6D-35DD-9289-F77085559E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785BEC-D393-33E4-513C-DC5936DAF8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3399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61D2A2-A760-5257-AF82-15F6364A8C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6E39E06-3176-1149-96E3-56ED4AAB01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398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3874A0-89DB-0872-7FA6-37F40B71E3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43399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8E51F9F-38AB-5F04-CDA2-DDFEFD26468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63570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Key figures grid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988F6-6C19-FB4C-A973-2DEDDD5F178D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365484-D15B-FBE5-51F4-865E57F09705}"/>
              </a:ext>
            </a:extLst>
          </p:cNvPr>
          <p:cNvSpPr/>
          <p:nvPr userDrawn="1"/>
        </p:nvSpPr>
        <p:spPr>
          <a:xfrm>
            <a:off x="533400" y="1562100"/>
            <a:ext cx="11125294" cy="45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3E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9B82EA-9A06-9EDA-8C35-1E39D8CF0259}"/>
              </a:ext>
            </a:extLst>
          </p:cNvPr>
          <p:cNvCxnSpPr>
            <a:cxnSpLocks/>
          </p:cNvCxnSpPr>
          <p:nvPr/>
        </p:nvCxnSpPr>
        <p:spPr>
          <a:xfrm>
            <a:off x="325799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C4A1D4-F19E-5021-E435-8F0A4457D205}"/>
              </a:ext>
            </a:extLst>
          </p:cNvPr>
          <p:cNvCxnSpPr>
            <a:cxnSpLocks/>
          </p:cNvCxnSpPr>
          <p:nvPr/>
        </p:nvCxnSpPr>
        <p:spPr>
          <a:xfrm>
            <a:off x="609443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AC1839-561D-33BB-F5FD-EA260E72CAB1}"/>
              </a:ext>
            </a:extLst>
          </p:cNvPr>
          <p:cNvCxnSpPr>
            <a:cxnSpLocks/>
          </p:cNvCxnSpPr>
          <p:nvPr/>
        </p:nvCxnSpPr>
        <p:spPr>
          <a:xfrm>
            <a:off x="893087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E8DBA3-384B-8DB7-EFA4-263D2AEBD86C}"/>
              </a:ext>
            </a:extLst>
          </p:cNvPr>
          <p:cNvCxnSpPr>
            <a:cxnSpLocks/>
          </p:cNvCxnSpPr>
          <p:nvPr/>
        </p:nvCxnSpPr>
        <p:spPr>
          <a:xfrm>
            <a:off x="647532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0082AC-428E-2CFA-8E31-8174B29EC8C2}"/>
              </a:ext>
            </a:extLst>
          </p:cNvPr>
          <p:cNvCxnSpPr>
            <a:cxnSpLocks/>
          </p:cNvCxnSpPr>
          <p:nvPr/>
        </p:nvCxnSpPr>
        <p:spPr>
          <a:xfrm>
            <a:off x="3477399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EBFFFB-5BC8-5ABD-6423-853CE7F88B90}"/>
              </a:ext>
            </a:extLst>
          </p:cNvPr>
          <p:cNvCxnSpPr>
            <a:cxnSpLocks/>
          </p:cNvCxnSpPr>
          <p:nvPr/>
        </p:nvCxnSpPr>
        <p:spPr>
          <a:xfrm>
            <a:off x="6307266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26A0FB-63A2-568A-DAE8-E8B5F2F0939B}"/>
              </a:ext>
            </a:extLst>
          </p:cNvPr>
          <p:cNvCxnSpPr>
            <a:cxnSpLocks/>
          </p:cNvCxnSpPr>
          <p:nvPr/>
        </p:nvCxnSpPr>
        <p:spPr>
          <a:xfrm>
            <a:off x="9137133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CD16269-78C3-B0C1-9A1A-A726DEF1E3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4447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DA563734-95AB-0813-1D2C-1555DCC43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601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XXX</a:t>
            </a: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B84AA8F5-1B66-3727-2031-145F7F3D8B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3567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76F63185-1E4B-A5D1-6914-253A926D58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08056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3" name="Text Placeholder 48">
            <a:extLst>
              <a:ext uri="{FF2B5EF4-FFF2-40B4-BE49-F238E27FC236}">
                <a16:creationId xmlns:a16="http://schemas.microsoft.com/office/drawing/2014/main" id="{7F77D622-554E-5009-A289-09FBC710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447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</a:t>
            </a:r>
          </a:p>
        </p:txBody>
      </p:sp>
      <p:sp>
        <p:nvSpPr>
          <p:cNvPr id="54" name="Text Placeholder 48">
            <a:extLst>
              <a:ext uri="{FF2B5EF4-FFF2-40B4-BE49-F238E27FC236}">
                <a16:creationId xmlns:a16="http://schemas.microsoft.com/office/drawing/2014/main" id="{F832B634-020A-3B52-7EDE-CCD2A07446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601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5" name="Text Placeholder 48">
            <a:extLst>
              <a:ext uri="{FF2B5EF4-FFF2-40B4-BE49-F238E27FC236}">
                <a16:creationId xmlns:a16="http://schemas.microsoft.com/office/drawing/2014/main" id="{6DD99106-EC39-A88F-0292-659C187A59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7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X.XB</a:t>
            </a:r>
          </a:p>
        </p:txBody>
      </p:sp>
      <p:sp>
        <p:nvSpPr>
          <p:cNvPr id="56" name="Text Placeholder 48">
            <a:extLst>
              <a:ext uri="{FF2B5EF4-FFF2-40B4-BE49-F238E27FC236}">
                <a16:creationId xmlns:a16="http://schemas.microsoft.com/office/drawing/2014/main" id="{62E311D3-D98D-24FE-F1A8-66277E5A20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8056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763626B-7207-2E7C-8C28-88420CB1F3D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585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1F3C997B-97B5-17FF-DA61-3926DBDB5C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9585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95BF83A8-6D19-66A5-F87B-12A2CFFD0F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1151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76C1369B-4B74-5642-9988-CD43086FCF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1151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3109FC0F-DEFB-783D-0523-DD1A2A9616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0266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77CAF99F-1395-0DAA-17D7-A7A4F6205C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0266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64195D92-C76A-CCE3-D656-6637C5F6F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2922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48B6C252-F0AA-06CC-F881-B4C4F1116F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02922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302EABD-F98A-87B2-172E-956EEF7193EC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58590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Slate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25962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4029C4-B8C6-3F41-8F25-5A76CEA062C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39AAEC0-0AA6-0C76-E0F8-838FBE0FFD3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2CE8B8-850D-F173-FBAD-A38D8734F6D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65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m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5425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White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53336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F186AB-10A0-D14E-ABBD-133ADD9E42F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07979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70533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3C0DA65-5041-AD5C-9746-5948B6C347F9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E63D46-DA0B-52AC-E520-B263A7F1CB79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96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– 5 columns + 5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Boxes – 5 columns + 5 headers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6149"/>
            <a:ext cx="2103120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792759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055313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7317867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C230EB-E2BB-1944-B5B7-93A9953B6CF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19203E03-2A91-E506-BEE3-032E22E89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0421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87072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579881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2034776-3E5F-F056-9427-73148E167A9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C2B74-99BD-77C4-AFB7-FA85463AE80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6C2AE1CC-709D-1925-4C6E-A68A344193A5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A20D2952-32DE-9B5B-7C8E-C3EAFEA85C0A}"/>
              </a:ext>
            </a:extLst>
          </p:cNvPr>
          <p:cNvCxnSpPr>
            <a:cxnSpLocks/>
          </p:cNvCxnSpPr>
          <p:nvPr userDrawn="1"/>
        </p:nvCxnSpPr>
        <p:spPr>
          <a:xfrm>
            <a:off x="5070532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A0104644-C44E-F927-D4D1-EFFEA453ECFF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0FC5466C-20F4-6EDB-5037-0353D36E1437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6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5F3E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D6DA39-FF24-8C4A-BF3A-DA98A8C68F4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429B122-DD36-C8E1-56AF-8989561AFE5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CF306-2E80-5208-8BE3-5086CD1B3DDE}"/>
              </a:ext>
            </a:extLst>
          </p:cNvPr>
          <p:cNvSpPr txBox="1"/>
          <p:nvPr userDrawn="1"/>
        </p:nvSpPr>
        <p:spPr>
          <a:xfrm>
            <a:off x="1781092" y="63451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51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ics overview – Saffro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3B00CC-BD4B-D846-AEEF-AFD8AA7BEFD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876D4E-7154-ACB7-D877-43F7BC539F9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8866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Overview -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C612676-DCCE-0861-CF1D-E7CA58F359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E5E3A91-AB78-B6A1-9BD8-74504AF070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8511E2F-6875-850E-B211-CFCFC897996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AFF80EC-A35E-DF8F-A599-633717B1AF5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0A5781-7FE7-FF2B-A967-E3DA8AA8A94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6390D9-0900-53E3-6010-2B91F87FD91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3322635-3FA9-FC7A-BF5A-FABFEE55BF0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4384B-EB58-DFF4-D58F-C2392425C236}"/>
              </a:ext>
            </a:extLst>
          </p:cNvPr>
          <p:cNvCxnSpPr>
            <a:cxnSpLocks/>
          </p:cNvCxnSpPr>
          <p:nvPr userDrawn="1"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A49951-109F-95C6-78D1-A293DC17A862}"/>
              </a:ext>
            </a:extLst>
          </p:cNvPr>
          <p:cNvCxnSpPr>
            <a:cxnSpLocks/>
          </p:cNvCxnSpPr>
          <p:nvPr userDrawn="1"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A271B6-09C4-186C-1C8C-B1ED07ED859E}"/>
              </a:ext>
            </a:extLst>
          </p:cNvPr>
          <p:cNvCxnSpPr>
            <a:cxnSpLocks/>
          </p:cNvCxnSpPr>
          <p:nvPr userDrawn="1"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D56A4E3A-5FD3-C03D-D80B-DE77EED9FA3B}"/>
              </a:ext>
            </a:extLst>
          </p:cNvPr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6E97DAE4-E448-D4DF-407D-4DC0417178DE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E6D4F3A-1F7A-7672-390F-8364041FF2B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016FA-6FC7-BA4A-A6BB-AA59FE7F775F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E503892-9D58-9A41-B683-8FDFDB62035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45100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8"/>
            <a:ext cx="11142158" cy="45610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44BE6-8FAB-BB4A-99D3-AF8960928058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9171BF-1FB1-5225-DD35-BC2E8F91D28F}"/>
              </a:ext>
            </a:extLst>
          </p:cNvPr>
          <p:cNvCxnSpPr>
            <a:cxnSpLocks/>
          </p:cNvCxnSpPr>
          <p:nvPr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ADE45-A04E-D3FE-F3C4-46C1453A3FD3}"/>
              </a:ext>
            </a:extLst>
          </p:cNvPr>
          <p:cNvSpPr txBox="1"/>
          <p:nvPr userDrawn="1"/>
        </p:nvSpPr>
        <p:spPr>
          <a:xfrm>
            <a:off x="4288221" y="11561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669A14-C814-E9A0-D0CC-7B75CFBE5C6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22472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7741FE0-753B-09BF-8FFF-8B503D8AA7A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5460945-2B51-9F18-FCCB-89F8DCE13BA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D7A913-33BF-EF9E-A215-31033B26EC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65EF440-758E-8F55-173D-7001807CC9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7D4ED0-E7BB-AFFB-6031-DCCB66F4AA7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0EF232-7398-36BA-D21B-48D47F43200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0D04EE4-48C3-123C-7C55-F918BFE5B90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3C9FCC-F829-257A-C888-E409BE29B11B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9DBB7-C81F-74FE-4C42-A36D2935DB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7DC6D9-C009-96BD-D206-DCD722561BF7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B338BD-9FAD-A5E6-85C2-52931A535151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EAEC404-1C8F-E638-1F9F-652FF43F9AC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D7773C4A-7495-5A43-50DD-1F86C79E2D3D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AD4BA92-F560-555B-50D5-077C6DE504C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A8FE42A0-4EB1-6C48-928A-31A809AC3F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617D3FCF-E632-AE29-A69D-27A02192C5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F58041-E4B7-B84C-AF67-EB5A0FCFF1C8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EB7340-38BB-F1B4-0357-BDF048001CDB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37020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250DD5-7175-544E-8A61-31ABE6C4E6F0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D4B688-5E30-C837-D803-FFAB3F159E72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15E1984-FE9B-14DE-6BEF-2CC63B74ACA8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BAFE795-0850-7B37-82B7-087B5CBA3740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9171BF-1FB1-5225-DD35-BC2E8F91D28F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4E422F0C-EFCE-3F9D-20E1-6116E59BFB1E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125B8882-4F3E-1100-DA5C-0974F3D609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1FFE5FBF-96D0-B3BE-DAB3-6A9436DCCE0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9FCA94-895A-B774-1F9D-7EB57C1D632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09547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+ circle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337202D7-3484-7116-1949-B52573DBB48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26904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2655083F-BFD3-6B5A-277A-9D5B0361211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58759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EA2D67F-C91D-B705-DA2B-E05F6F7490B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92742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728293-9813-258F-553B-C282060C0D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652D1336-5902-3CC0-6CFF-493CC621FF6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072601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14BCBEFC-892E-D958-E337-B1D1B39A2C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4456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907F5581-848B-BB57-24F3-8B2A0C1D3F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38439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84BC883-75FB-AD39-C777-DAA0C8940BD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88154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boxes + circles with icons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2457" y="3934673"/>
            <a:ext cx="2492099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6587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8598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4449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D3F47A-0A18-894C-A58B-5B231D1D4363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8D88DD19-8C19-527D-3173-8B2B909D686E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1586585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8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0" name="Picture Placeholder 49">
            <a:extLst>
              <a:ext uri="{FF2B5EF4-FFF2-40B4-BE49-F238E27FC236}">
                <a16:creationId xmlns:a16="http://schemas.microsoft.com/office/drawing/2014/main" id="{06918ECE-9808-CE13-4F2D-5270B03DD44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4436870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2" name="Picture Placeholder 49">
            <a:extLst>
              <a:ext uri="{FF2B5EF4-FFF2-40B4-BE49-F238E27FC236}">
                <a16:creationId xmlns:a16="http://schemas.microsoft.com/office/drawing/2014/main" id="{7395BF2D-3E02-669C-2131-0BBD2119C0EE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7302887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4" name="Picture Placeholder 49">
            <a:extLst>
              <a:ext uri="{FF2B5EF4-FFF2-40B4-BE49-F238E27FC236}">
                <a16:creationId xmlns:a16="http://schemas.microsoft.com/office/drawing/2014/main" id="{9BB70CC7-65FD-F58F-96D7-D6471D84E9E5}"/>
              </a:ext>
            </a:extLst>
          </p:cNvPr>
          <p:cNvSpPr>
            <a:spLocks noGrp="1" noChangeAspect="1"/>
          </p:cNvSpPr>
          <p:nvPr>
            <p:ph type="pic" sz="quarter" idx="60" hasCustomPrompt="1"/>
          </p:nvPr>
        </p:nvSpPr>
        <p:spPr>
          <a:xfrm>
            <a:off x="10171032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21AC68-3667-71AF-F68F-25FC0A0F9822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9505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C190-B5C9-47FA-10C6-07F337F15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5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944A30D-2044-A849-808A-30EB8C0A3D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A5254C-65E5-A241-9FAB-78AB621179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233467-277A-554F-B4E3-8C0EA14B90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74E693F-E035-4E4C-962E-AFCF3C0CD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2DABD545-C34D-584B-99D7-D43B9E30274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3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DDB021E-4B46-334D-B0F3-FF34632F58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67A86AD-87F6-B94C-AAC1-33B1E46F2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952BDE5-E6FC-C944-BBD9-066D6D611D1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D90A936-F1A5-214C-81E0-2ADED4662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17CFD62-2C53-D040-81ED-81883ACEC8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C5999DBE-31CD-3E4A-8E41-8CB7A79C511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2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6032FB1D-C194-E143-B857-24789F9521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1479EC3-8A55-EF41-8FA7-17E0062038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5E281BA-D0B1-F044-BA13-37D53776632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74B6D29B-D885-7040-97B3-AD86B0B031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DEE0884A-5AE0-9F49-B2E9-B9D7EAB2D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5" name="Date Placeholder 18">
            <a:extLst>
              <a:ext uri="{FF2B5EF4-FFF2-40B4-BE49-F238E27FC236}">
                <a16:creationId xmlns:a16="http://schemas.microsoft.com/office/drawing/2014/main" id="{084A004B-5886-8340-B002-FC3D82E3C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21FEB-FCCA-EE44-A229-4D425E212CB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Footer Placeholder 19">
            <a:extLst>
              <a:ext uri="{FF2B5EF4-FFF2-40B4-BE49-F238E27FC236}">
                <a16:creationId xmlns:a16="http://schemas.microsoft.com/office/drawing/2014/main" id="{CBF197E8-1900-1548-A0B5-F735F91D8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4" name="Slide Number Placeholder 20">
            <a:extLst>
              <a:ext uri="{FF2B5EF4-FFF2-40B4-BE49-F238E27FC236}">
                <a16:creationId xmlns:a16="http://schemas.microsoft.com/office/drawing/2014/main" id="{A079C675-3CEF-F544-89F7-C5F882BE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2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10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2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7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1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22123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2291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2212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30178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3374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178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81452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83832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81452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0061115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64291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611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1" name="Date Placeholder 33">
            <a:extLst>
              <a:ext uri="{FF2B5EF4-FFF2-40B4-BE49-F238E27FC236}">
                <a16:creationId xmlns:a16="http://schemas.microsoft.com/office/drawing/2014/main" id="{67E761B3-68F1-1441-AB68-94319C540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2A27-0C47-814E-A0E0-27C3617F84C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88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12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366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366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366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46214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62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62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589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589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89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539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3937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937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4366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43744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4366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346215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47801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62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589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61333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589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1539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571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39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1" name="Date Placeholder 33">
            <a:extLst>
              <a:ext uri="{FF2B5EF4-FFF2-40B4-BE49-F238E27FC236}">
                <a16:creationId xmlns:a16="http://schemas.microsoft.com/office/drawing/2014/main" id="{67E761B3-68F1-1441-AB68-94319C540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53803-7777-AC4A-BF5E-34B4E07899F7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F589A48-C3DC-924E-9308-89F5E6ACBAEB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00558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B2BA0DD-3377-960E-0182-0505445CDAB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055837" y="3338482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5348C2B-533E-8F16-A43D-3182BDCEBC0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55837" y="3511246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20B4052F-2F5F-6990-9EBD-29C456D3A23A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0558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D0189C1C-F1D6-5954-3B6A-5E7E063C64C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590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4328FEB9-5888-93EF-4022-CDF87BC5CC7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558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</p:spTree>
    <p:extLst>
      <p:ext uri="{BB962C8B-B14F-4D97-AF65-F5344CB8AC3E}">
        <p14:creationId xmlns:p14="http://schemas.microsoft.com/office/powerpoint/2010/main" val="403719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63812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070EE2F-A61D-A346-A1AD-48B6992361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6381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804C9E-22F2-414C-8595-DD8A7D3462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6381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94086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FA1F4B3-C6A9-3846-8FDC-1D9CD8D055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086" y="3253865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CBD34077-F668-0349-BB4C-1EF3B85C2B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086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2435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E16230B-6C8D-A747-933D-DA2F0CC9F2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24360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DBFACE1-B1EE-1E4B-85A1-B0CF039CB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24360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054633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361BEE2D-C1E5-9848-98A8-E0AF589931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5463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351946E-8582-E342-AC35-72E76B072D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5463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684907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2B89CEDD-FF0E-464D-8925-C479A3F41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84907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D45A73E-D755-104C-80AB-14FD871AFD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84907" y="3436719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315181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498C0996-AEBD-834F-8C1E-5C244D3E33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15181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37A42628-268F-7245-B03E-7273E573E2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15181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6" name="Picture Placeholder 24">
            <a:extLst>
              <a:ext uri="{FF2B5EF4-FFF2-40B4-BE49-F238E27FC236}">
                <a16:creationId xmlns:a16="http://schemas.microsoft.com/office/drawing/2014/main" id="{F2A89884-3199-424B-8EFE-0B742967A16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3539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99FE149C-EE6E-B146-9126-527F7A6E1C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3539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11B5BDA2-9E8E-A54A-8271-EB13DB66A8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3539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0E65F18E-24FA-9A4D-9BA3-FDF674C6207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163812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20A1ADF0-62A7-274C-A1F6-322CF48B04C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63812" y="5511106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D27F5E24-398B-2E46-9ACA-325D250B1D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381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B59CCF85-5C43-934B-BEA3-833A6B771C2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794086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16882A08-DBAF-2345-AE9C-8F7B6F6BA8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4086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C2690339-9139-544B-A30E-035B02DAEB4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94086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7" name="Picture Placeholder 33">
            <a:extLst>
              <a:ext uri="{FF2B5EF4-FFF2-40B4-BE49-F238E27FC236}">
                <a16:creationId xmlns:a16="http://schemas.microsoft.com/office/drawing/2014/main" id="{C4597007-754F-084D-B58B-B49AA63B5C7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424360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4">
            <a:extLst>
              <a:ext uri="{FF2B5EF4-FFF2-40B4-BE49-F238E27FC236}">
                <a16:creationId xmlns:a16="http://schemas.microsoft.com/office/drawing/2014/main" id="{B8D33AAF-B52A-DF4C-97C5-9B314A17C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4360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5">
            <a:extLst>
              <a:ext uri="{FF2B5EF4-FFF2-40B4-BE49-F238E27FC236}">
                <a16:creationId xmlns:a16="http://schemas.microsoft.com/office/drawing/2014/main" id="{D0355B35-8985-084A-BBF4-7330CA6A659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4359" y="5683000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3" name="Picture Placeholder 36">
            <a:extLst>
              <a:ext uri="{FF2B5EF4-FFF2-40B4-BE49-F238E27FC236}">
                <a16:creationId xmlns:a16="http://schemas.microsoft.com/office/drawing/2014/main" id="{CF226C3F-F4D7-DD4A-9708-694691D4D9E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054633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515C93A5-5B65-B444-8884-6576728F26D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54633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38">
            <a:extLst>
              <a:ext uri="{FF2B5EF4-FFF2-40B4-BE49-F238E27FC236}">
                <a16:creationId xmlns:a16="http://schemas.microsoft.com/office/drawing/2014/main" id="{3B35359D-3436-F145-B61C-98ED2FF7C90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5463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02" name="Picture Placeholder 39">
            <a:extLst>
              <a:ext uri="{FF2B5EF4-FFF2-40B4-BE49-F238E27FC236}">
                <a16:creationId xmlns:a16="http://schemas.microsoft.com/office/drawing/2014/main" id="{4BE1AA30-6A6E-8B43-9AF5-6A8F53207ED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684907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4" name="Text Placeholder 40">
            <a:extLst>
              <a:ext uri="{FF2B5EF4-FFF2-40B4-BE49-F238E27FC236}">
                <a16:creationId xmlns:a16="http://schemas.microsoft.com/office/drawing/2014/main" id="{19AA4270-8849-9042-8DCF-C644856F069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84907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8" name="Text Placeholder 41">
            <a:extLst>
              <a:ext uri="{FF2B5EF4-FFF2-40B4-BE49-F238E27FC236}">
                <a16:creationId xmlns:a16="http://schemas.microsoft.com/office/drawing/2014/main" id="{4CB5D492-1596-2D4C-8DDE-D62789DC5E3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684907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2" name="Picture Placeholder 42">
            <a:extLst>
              <a:ext uri="{FF2B5EF4-FFF2-40B4-BE49-F238E27FC236}">
                <a16:creationId xmlns:a16="http://schemas.microsoft.com/office/drawing/2014/main" id="{3F86164D-94FD-D944-9186-025601AF16B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315181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16" name="Text Placeholder 43">
            <a:extLst>
              <a:ext uri="{FF2B5EF4-FFF2-40B4-BE49-F238E27FC236}">
                <a16:creationId xmlns:a16="http://schemas.microsoft.com/office/drawing/2014/main" id="{8F28A28C-604C-3F40-BC91-0472E855AC6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15181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0" name="Text Placeholder 44">
            <a:extLst>
              <a:ext uri="{FF2B5EF4-FFF2-40B4-BE49-F238E27FC236}">
                <a16:creationId xmlns:a16="http://schemas.microsoft.com/office/drawing/2014/main" id="{5C4484D7-BEC0-1142-A030-73C74DD1B04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15181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Date Placeholder 45">
            <a:extLst>
              <a:ext uri="{FF2B5EF4-FFF2-40B4-BE49-F238E27FC236}">
                <a16:creationId xmlns:a16="http://schemas.microsoft.com/office/drawing/2014/main" id="{44BE5F50-6076-6340-9DED-F04B828A1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0D1DF2-D40A-074D-A6A2-7F43C1BC657C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26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16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2029377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952710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371881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4791052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10223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762939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9048565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2" name="Date Placeholder 45">
            <a:extLst>
              <a:ext uri="{FF2B5EF4-FFF2-40B4-BE49-F238E27FC236}">
                <a16:creationId xmlns:a16="http://schemas.microsoft.com/office/drawing/2014/main" id="{44BE5F50-6076-6340-9DED-F04B828A1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F08DC8-B83B-204C-A56D-D41478F95502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1D4425F1-3947-9688-343D-482840D861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46773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8CF8A6-32E5-C43B-08B3-00367805BA8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3284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B2A55ED-BA01-F8B5-7318-2D86BA29A8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93284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F9EA3E3-166D-2120-4EB3-75E9E72AB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59866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41B5EDB-70D1-27AF-4F59-01FDB57BF5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59866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17679BB-F1BD-CF38-5ABF-94BA185D57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8688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99F55A1-5744-3C70-96DF-49BEC9D9F4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8688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B4BE1D0-DA8F-1902-9105-2A6523FDCCC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84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9CFAD58-C447-3891-79AE-023CE2B0709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584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A2F6C1B-1590-FAA7-85E1-D8DF3F6EC7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9935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7E7FAE7-D169-E419-8577-93D747D45EB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9935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8A31712-27A3-8C82-D343-DA9787E3DD2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0540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CB8D6DE-A1FA-6C36-D579-571563C5BE3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0540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75028A4-1DDF-5775-0D53-ABA6AB5D725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45339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B0CFF4F-E7FE-F6D1-74FF-4205FBCB092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45339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1397A0FB-2273-B90F-8D6A-D5998FFB640D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533539" y="4121413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813AFA07-23B2-A5B7-C160-801FD257C93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3539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4F96D1C-FEAC-D281-BC7D-2B31A8083EB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3539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61FD616B-A505-C15A-7084-13552B917148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952710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BD1315B3-FA96-C045-7DA6-53F806BD587F}"/>
              </a:ext>
            </a:extLst>
          </p:cNvPr>
          <p:cNvSpPr>
            <a:spLocks noGrp="1" noChangeAspect="1"/>
          </p:cNvSpPr>
          <p:nvPr>
            <p:ph type="pic" sz="quarter" idx="75" hasCustomPrompt="1"/>
          </p:nvPr>
        </p:nvSpPr>
        <p:spPr>
          <a:xfrm>
            <a:off x="3371881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7" name="Picture Placeholder 12">
            <a:extLst>
              <a:ext uri="{FF2B5EF4-FFF2-40B4-BE49-F238E27FC236}">
                <a16:creationId xmlns:a16="http://schemas.microsoft.com/office/drawing/2014/main" id="{E83B9443-E43A-A873-D114-AE85B8EF2EE8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4791052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E45CB82C-C5C4-1588-4D40-71E0D39FF50A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6210223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3" name="Picture Placeholder 18">
            <a:extLst>
              <a:ext uri="{FF2B5EF4-FFF2-40B4-BE49-F238E27FC236}">
                <a16:creationId xmlns:a16="http://schemas.microsoft.com/office/drawing/2014/main" id="{DEDE46E8-3BDD-7014-AC1C-DEA32674F8DF}"/>
              </a:ext>
            </a:extLst>
          </p:cNvPr>
          <p:cNvSpPr>
            <a:spLocks noGrp="1" noChangeAspect="1"/>
          </p:cNvSpPr>
          <p:nvPr>
            <p:ph type="pic" sz="quarter" idx="78" hasCustomPrompt="1"/>
          </p:nvPr>
        </p:nvSpPr>
        <p:spPr>
          <a:xfrm>
            <a:off x="762939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Picture Placeholder 21">
            <a:extLst>
              <a:ext uri="{FF2B5EF4-FFF2-40B4-BE49-F238E27FC236}">
                <a16:creationId xmlns:a16="http://schemas.microsoft.com/office/drawing/2014/main" id="{AA903DCB-BB6D-5A1D-DBCD-E715967C7F9E}"/>
              </a:ext>
            </a:extLst>
          </p:cNvPr>
          <p:cNvSpPr>
            <a:spLocks noGrp="1" noChangeAspect="1"/>
          </p:cNvSpPr>
          <p:nvPr>
            <p:ph type="pic" sz="quarter" idx="79" hasCustomPrompt="1"/>
          </p:nvPr>
        </p:nvSpPr>
        <p:spPr>
          <a:xfrm>
            <a:off x="9048565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6" name="Picture Placeholder 21">
            <a:extLst>
              <a:ext uri="{FF2B5EF4-FFF2-40B4-BE49-F238E27FC236}">
                <a16:creationId xmlns:a16="http://schemas.microsoft.com/office/drawing/2014/main" id="{AC3D3958-842B-B30C-1F63-D623591F7D6C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1046773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185AA623-674F-A973-6E18-2FFFFE0375A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93284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E2EBD53E-F3A3-DBAA-2F1A-5358B448A65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93284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CA1E84C5-21EB-CB3B-2366-924CF2418F6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59866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7A2BB77D-BE73-A95B-9A81-B0901ED51A7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359866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0E537FAA-2BFF-EC9F-5EC3-7D5C5546EC1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8688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9B7EC7B2-13EA-7269-0E64-1645E388968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78688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55D0AD31-CEB6-57EB-419E-3C4BF0F8AE4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1584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147589C2-3A4F-B54A-9CB3-E62CDE64182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1584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63408816-0EF0-A98E-B3FE-2A9C3089154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59935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6AD2BE2-E8BC-8BEC-F544-079D0CC90DB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59935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EFE37B27-BAD3-1165-BF9E-60DD2E04419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0540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AA58134C-CBB3-9E00-C5C2-6D243F7713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0540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ED0CB7B1-6B86-1413-DA04-636E452C026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45339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6F3B57D6-272F-FB23-D1D1-C68C2096E8B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45339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</p:spTree>
    <p:extLst>
      <p:ext uri="{BB962C8B-B14F-4D97-AF65-F5344CB8AC3E}">
        <p14:creationId xmlns:p14="http://schemas.microsoft.com/office/powerpoint/2010/main" val="27680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20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78B02572-80B5-2A40-A464-6313F7364735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3143608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3318348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3143608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4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5120046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5300709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5120046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4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1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8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6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3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3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5300709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5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86EF9-E3A3-EF42-8C86-C3D8E3975248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2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24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981996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991245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991245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3424764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43189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597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53542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61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68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2637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577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06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46045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966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49175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8227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637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591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62318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27771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2733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28121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48366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81995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91245" y="4328121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91245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24763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30643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0769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853541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5937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59374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2636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98424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98486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746044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5178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51720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18227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87967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87965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62318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628832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628893" y="44836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A5973-DBE5-1845-9139-D9C3F9F5A9D7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2755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83100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981996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991245" y="592755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991245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424764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430643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30769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853542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5937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859374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6292637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298424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298486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7746045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75178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751720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8227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187967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187965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62318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0628832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0628893" y="6083100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88503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30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5157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50711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435157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3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0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7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5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2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2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4507117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4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D85AEB-9F1D-CC4D-8EB6-D36659B2B63A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43982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99525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65556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64816" y="5943982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64816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2777594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83473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83599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3899621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905454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90545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021648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27435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027497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6143676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149416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149351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7265703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27139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271395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838773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93379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93440" y="6099525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2" name="Picture Placeholder 57">
            <a:extLst>
              <a:ext uri="{FF2B5EF4-FFF2-40B4-BE49-F238E27FC236}">
                <a16:creationId xmlns:a16="http://schemas.microsoft.com/office/drawing/2014/main" id="{0F6455EF-0CE1-2370-C4E1-A59409835397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950975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4" name="Text Placeholder 58">
            <a:extLst>
              <a:ext uri="{FF2B5EF4-FFF2-40B4-BE49-F238E27FC236}">
                <a16:creationId xmlns:a16="http://schemas.microsoft.com/office/drawing/2014/main" id="{4CD5CE1F-8124-5700-D0FA-3DC8E61619C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15360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6" name="Text Placeholder 59">
            <a:extLst>
              <a:ext uri="{FF2B5EF4-FFF2-40B4-BE49-F238E27FC236}">
                <a16:creationId xmlns:a16="http://schemas.microsoft.com/office/drawing/2014/main" id="{00DCFC32-34CC-A342-1461-5E37176DC35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51529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7" name="Picture Placeholder 60">
            <a:extLst>
              <a:ext uri="{FF2B5EF4-FFF2-40B4-BE49-F238E27FC236}">
                <a16:creationId xmlns:a16="http://schemas.microsoft.com/office/drawing/2014/main" id="{2F47573C-1828-EBB3-F36C-00F4F12F5196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0631785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61">
            <a:extLst>
              <a:ext uri="{FF2B5EF4-FFF2-40B4-BE49-F238E27FC236}">
                <a16:creationId xmlns:a16="http://schemas.microsoft.com/office/drawing/2014/main" id="{3B837F64-6D5A-A780-06BB-764E5B07CC1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63733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0" name="Text Placeholder 62">
            <a:extLst>
              <a:ext uri="{FF2B5EF4-FFF2-40B4-BE49-F238E27FC236}">
                <a16:creationId xmlns:a16="http://schemas.microsoft.com/office/drawing/2014/main" id="{747AFC41-C326-C8EC-87C0-2368A1E8774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637337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333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s - 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and images - 4 columns + headers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1573067"/>
            <a:ext cx="250327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3206699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353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174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09815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87881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EC240E-9B26-E2EC-A8F6-74D6AE04C1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2855841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E62CE65-B007-3B02-E36A-94B2EBF64A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5012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D0432-E00B-63D3-8BFE-1E67A2E1A7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9815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23ED2EB-DCEE-0374-1099-D5B3662A1E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4619" y="2855841"/>
            <a:ext cx="248781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9D08155-74E4-6450-138F-9D1FD1D55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2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w heading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with headings - 4 columns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2103124"/>
            <a:ext cx="250327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4301322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9B9DE0A-36C5-37C5-BCFF-AB1C4B9FEC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5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grid + text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and text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2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58640" y="4083691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5" y="1573402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5" y="4083691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44725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C80C0-6A1B-E886-15F9-7C7DD3834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41C741-BC50-AFF7-AA7C-A29E8594ED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AA83ED-0B7A-204E-B5F9-FF358EB253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5" y="6165499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060DFA-C111-BC41-1C40-80D6FFE32F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8640" y="3660565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8FDBD51-D18A-9042-F9B5-E74881958D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5" y="3671374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BC26C5E-762C-AC4C-A30C-0D11451BE7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8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text –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and text – 3 photos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3"/>
            <a:ext cx="4583229" cy="456069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269127" y="1573403"/>
            <a:ext cx="2394236" cy="211537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69127" y="3994850"/>
            <a:ext cx="2394236" cy="2139250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6089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A003E8A-54C4-CB7B-4BD1-86C75D0C4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34986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A59AFF1-B8F5-EF6C-7267-800AAC31D6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4583229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01A5EC0-6356-B336-3C26-5A9866B73B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9127" y="6165499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02F0B23-7DFC-9278-EF68-8007F527F6C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69127" y="3724448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C2F2C70-2343-6C2B-3689-AE88035EED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1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imag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5 images + headings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2101663"/>
            <a:ext cx="5439243" cy="4032437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5978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5978609-77B5-786C-26A9-8A8687356B2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145978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07562A-A557-9DE5-A065-373483B32D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72436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CF28FF-7557-AEA5-5409-0F963C71C41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72436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615921-4DC2-6C1B-E40D-82C85E9B26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983" y="1641185"/>
            <a:ext cx="5447814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31FBD5F-F20E-A98F-39CA-95B3D30A70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6207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2759FE6-37D3-E285-6417-622CF0ED974C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45978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F14F82-1D54-11E5-B131-F5B85DE83CF4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4781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A427334F-27DB-A50A-C956-1BEA0341BCFD}"/>
              </a:ext>
            </a:extLst>
          </p:cNvPr>
          <p:cNvCxnSpPr>
            <a:cxnSpLocks/>
          </p:cNvCxnSpPr>
          <p:nvPr userDrawn="1"/>
        </p:nvCxnSpPr>
        <p:spPr>
          <a:xfrm>
            <a:off x="6276206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72DD0A2C-5318-63EB-8275-6913D5B3F889}"/>
              </a:ext>
            </a:extLst>
          </p:cNvPr>
          <p:cNvCxnSpPr>
            <a:cxnSpLocks/>
          </p:cNvCxnSpPr>
          <p:nvPr userDrawn="1"/>
        </p:nvCxnSpPr>
        <p:spPr>
          <a:xfrm>
            <a:off x="9145978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2D59345-9AD7-65E3-2D1B-43FB4C2412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6207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A6FF786-2DF7-8B19-9F9C-F92F81333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5978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E173FE2-DB15-0DD8-2E98-3AB8619BF5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92302BE-8FAD-4666-DCE1-55C5C6D0C1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6A0828A-4FAE-4217-20EC-113B5A70AA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978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7347D94-939E-6F3A-79FA-F354FBA673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1554" y="3743301"/>
            <a:ext cx="259368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6876C49-2191-EB6E-8CED-183AD30FBDE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5978" y="3754110"/>
            <a:ext cx="25319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56A3D3A-BFFF-CEF6-7F75-F4579B1DFD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2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grid –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1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1573403"/>
            <a:ext cx="5439243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4583" y="1573403"/>
            <a:ext cx="5394960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B19A84E-FCC4-1957-BE73-754D41CC64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54477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880FA1-15E8-0361-C357-051E64F4FD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539490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81D613F-8C0A-3080-2881-F9CA9E9623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4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grid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27426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7426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61494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1494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8EE2F4C-4A14-E5F0-9411-E68C5E2CCB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54768B9-A0BC-F83A-B112-04CAFC34BD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494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B9263A-8419-6694-2300-E49E824502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983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86DE33-0640-2158-B378-A9DF6E3D2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1494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2788E70-B23B-AEDD-8875-125C2A3D8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0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grid – 2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16302" y="1573404"/>
            <a:ext cx="3522297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16302" y="4064891"/>
            <a:ext cx="3522297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399" y="1573404"/>
            <a:ext cx="3520440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43399" y="4064891"/>
            <a:ext cx="3520440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4" y="1573404"/>
            <a:ext cx="3521763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4" y="4064891"/>
            <a:ext cx="3521763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A2CAC5-2B6D-35DD-9289-F77085559E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785BEC-D393-33E4-513C-DC5936DAF8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3399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61D2A2-A760-5257-AF82-15F6364A8C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6E39E06-3176-1149-96E3-56ED4AAB01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398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3874A0-89DB-0872-7FA6-37F40B71E3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43399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8E51F9F-38AB-5F04-CDA2-DDFEFD26468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9ED0904-B30E-29F2-328F-23245B0277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0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Figure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Key figures grid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365484-D15B-FBE5-51F4-865E57F09705}"/>
              </a:ext>
            </a:extLst>
          </p:cNvPr>
          <p:cNvSpPr/>
          <p:nvPr userDrawn="1"/>
        </p:nvSpPr>
        <p:spPr>
          <a:xfrm>
            <a:off x="533400" y="1562100"/>
            <a:ext cx="11125294" cy="45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3E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9B82EA-9A06-9EDA-8C35-1E39D8CF0259}"/>
              </a:ext>
            </a:extLst>
          </p:cNvPr>
          <p:cNvCxnSpPr>
            <a:cxnSpLocks/>
          </p:cNvCxnSpPr>
          <p:nvPr/>
        </p:nvCxnSpPr>
        <p:spPr>
          <a:xfrm>
            <a:off x="325799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C4A1D4-F19E-5021-E435-8F0A4457D205}"/>
              </a:ext>
            </a:extLst>
          </p:cNvPr>
          <p:cNvCxnSpPr>
            <a:cxnSpLocks/>
          </p:cNvCxnSpPr>
          <p:nvPr/>
        </p:nvCxnSpPr>
        <p:spPr>
          <a:xfrm>
            <a:off x="609443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AC1839-561D-33BB-F5FD-EA260E72CAB1}"/>
              </a:ext>
            </a:extLst>
          </p:cNvPr>
          <p:cNvCxnSpPr>
            <a:cxnSpLocks/>
          </p:cNvCxnSpPr>
          <p:nvPr/>
        </p:nvCxnSpPr>
        <p:spPr>
          <a:xfrm>
            <a:off x="893087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E8DBA3-384B-8DB7-EFA4-263D2AEBD86C}"/>
              </a:ext>
            </a:extLst>
          </p:cNvPr>
          <p:cNvCxnSpPr>
            <a:cxnSpLocks/>
          </p:cNvCxnSpPr>
          <p:nvPr/>
        </p:nvCxnSpPr>
        <p:spPr>
          <a:xfrm>
            <a:off x="647532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0082AC-428E-2CFA-8E31-8174B29EC8C2}"/>
              </a:ext>
            </a:extLst>
          </p:cNvPr>
          <p:cNvCxnSpPr>
            <a:cxnSpLocks/>
          </p:cNvCxnSpPr>
          <p:nvPr/>
        </p:nvCxnSpPr>
        <p:spPr>
          <a:xfrm>
            <a:off x="3477399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EBFFFB-5BC8-5ABD-6423-853CE7F88B90}"/>
              </a:ext>
            </a:extLst>
          </p:cNvPr>
          <p:cNvCxnSpPr>
            <a:cxnSpLocks/>
          </p:cNvCxnSpPr>
          <p:nvPr/>
        </p:nvCxnSpPr>
        <p:spPr>
          <a:xfrm>
            <a:off x="6307266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26A0FB-63A2-568A-DAE8-E8B5F2F0939B}"/>
              </a:ext>
            </a:extLst>
          </p:cNvPr>
          <p:cNvCxnSpPr>
            <a:cxnSpLocks/>
          </p:cNvCxnSpPr>
          <p:nvPr/>
        </p:nvCxnSpPr>
        <p:spPr>
          <a:xfrm>
            <a:off x="9137133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CD16269-78C3-B0C1-9A1A-A726DEF1E3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4447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DA563734-95AB-0813-1D2C-1555DCC43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601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XXX</a:t>
            </a: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B84AA8F5-1B66-3727-2031-145F7F3D8B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3567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76F63185-1E4B-A5D1-6914-253A926D58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08056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3" name="Text Placeholder 48">
            <a:extLst>
              <a:ext uri="{FF2B5EF4-FFF2-40B4-BE49-F238E27FC236}">
                <a16:creationId xmlns:a16="http://schemas.microsoft.com/office/drawing/2014/main" id="{7F77D622-554E-5009-A289-09FBC710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447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</a:t>
            </a:r>
          </a:p>
        </p:txBody>
      </p:sp>
      <p:sp>
        <p:nvSpPr>
          <p:cNvPr id="54" name="Text Placeholder 48">
            <a:extLst>
              <a:ext uri="{FF2B5EF4-FFF2-40B4-BE49-F238E27FC236}">
                <a16:creationId xmlns:a16="http://schemas.microsoft.com/office/drawing/2014/main" id="{F832B634-020A-3B52-7EDE-CCD2A07446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601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5" name="Text Placeholder 48">
            <a:extLst>
              <a:ext uri="{FF2B5EF4-FFF2-40B4-BE49-F238E27FC236}">
                <a16:creationId xmlns:a16="http://schemas.microsoft.com/office/drawing/2014/main" id="{6DD99106-EC39-A88F-0292-659C187A59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7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X.XB</a:t>
            </a:r>
          </a:p>
        </p:txBody>
      </p:sp>
      <p:sp>
        <p:nvSpPr>
          <p:cNvPr id="56" name="Text Placeholder 48">
            <a:extLst>
              <a:ext uri="{FF2B5EF4-FFF2-40B4-BE49-F238E27FC236}">
                <a16:creationId xmlns:a16="http://schemas.microsoft.com/office/drawing/2014/main" id="{62E311D3-D98D-24FE-F1A8-66277E5A20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8056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763626B-7207-2E7C-8C28-88420CB1F3D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585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1F3C997B-97B5-17FF-DA61-3926DBDB5C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9585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95BF83A8-6D19-66A5-F87B-12A2CFFD0F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1151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76C1369B-4B74-5642-9988-CD43086FCF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1151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3109FC0F-DEFB-783D-0523-DD1A2A9616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0266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77CAF99F-1395-0DAA-17D7-A7A4F6205C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0266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64195D92-C76A-CCE3-D656-6637C5F6F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2922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48B6C252-F0AA-06CC-F881-B4C4F1116F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02922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302EABD-F98A-87B2-172E-956EEF7193EC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AB4BDBA-B4F7-C51B-743A-FBC164DD4B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6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te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Slate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25962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39AAEC0-0AA6-0C76-E0F8-838FBE0FFD3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2CE8B8-850D-F173-FBAD-A38D8734F6D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CE9239B-AB70-427F-FD00-E9B0BA7C3F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ream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5425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White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53336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07979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70533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3C0DA65-5041-AD5C-9746-5948B6C347F9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E63D46-DA0B-52AC-E520-B263A7F1CB79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E61E802-3A66-7C2E-5D91-9495F6963D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8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– 5 columns + 5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Boxes – 5 columns + 5 headers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6149"/>
            <a:ext cx="2103120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792759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055313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7317867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19203E03-2A91-E506-BEE3-032E22E89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0421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87072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579881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2034776-3E5F-F056-9427-73148E167A9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C2B74-99BD-77C4-AFB7-FA85463AE80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6C2AE1CC-709D-1925-4C6E-A68A344193A5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A20D2952-32DE-9B5B-7C8E-C3EAFEA85C0A}"/>
              </a:ext>
            </a:extLst>
          </p:cNvPr>
          <p:cNvCxnSpPr>
            <a:cxnSpLocks/>
          </p:cNvCxnSpPr>
          <p:nvPr userDrawn="1"/>
        </p:nvCxnSpPr>
        <p:spPr>
          <a:xfrm>
            <a:off x="5070532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A0104644-C44E-F927-D4D1-EFFEA453ECFF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0FC5466C-20F4-6EDB-5037-0353D36E1437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F73D0D9-2DC2-BFFD-C8E0-A2CD8CF2E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4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5F3E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429B122-DD36-C8E1-56AF-8989561AFE5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CF306-2E80-5208-8BE3-5086CD1B3DDE}"/>
              </a:ext>
            </a:extLst>
          </p:cNvPr>
          <p:cNvSpPr txBox="1"/>
          <p:nvPr userDrawn="1"/>
        </p:nvSpPr>
        <p:spPr>
          <a:xfrm>
            <a:off x="1781092" y="63451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F184824-ABBE-CFC5-0DE6-2382A01FCD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8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opics overview – Saffro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876D4E-7154-ACB7-D877-43F7BC539F9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0DDDDD3-1986-AA31-38EA-98812FBB0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7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opics Overview -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C612676-DCCE-0861-CF1D-E7CA58F359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E5E3A91-AB78-B6A1-9BD8-74504AF070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8511E2F-6875-850E-B211-CFCFC897996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AFF80EC-A35E-DF8F-A599-633717B1AF5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0A5781-7FE7-FF2B-A967-E3DA8AA8A94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6390D9-0900-53E3-6010-2B91F87FD91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3322635-3FA9-FC7A-BF5A-FABFEE55BF0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4384B-EB58-DFF4-D58F-C2392425C236}"/>
              </a:ext>
            </a:extLst>
          </p:cNvPr>
          <p:cNvCxnSpPr>
            <a:cxnSpLocks/>
          </p:cNvCxnSpPr>
          <p:nvPr userDrawn="1"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A49951-109F-95C6-78D1-A293DC17A862}"/>
              </a:ext>
            </a:extLst>
          </p:cNvPr>
          <p:cNvCxnSpPr>
            <a:cxnSpLocks/>
          </p:cNvCxnSpPr>
          <p:nvPr userDrawn="1"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A271B6-09C4-186C-1C8C-B1ED07ED859E}"/>
              </a:ext>
            </a:extLst>
          </p:cNvPr>
          <p:cNvCxnSpPr>
            <a:cxnSpLocks/>
          </p:cNvCxnSpPr>
          <p:nvPr userDrawn="1"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D56A4E3A-5FD3-C03D-D80B-DE77EED9FA3B}"/>
              </a:ext>
            </a:extLst>
          </p:cNvPr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6E97DAE4-E448-D4DF-407D-4DC0417178DE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E6D4F3A-1F7A-7672-390F-8364041FF2B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E503892-9D58-9A41-B683-8FDFDB62035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4E0298F-AC65-E43A-1D33-253C6943C2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4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8"/>
            <a:ext cx="11142158" cy="45610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9171BF-1FB1-5225-DD35-BC2E8F91D28F}"/>
              </a:ext>
            </a:extLst>
          </p:cNvPr>
          <p:cNvCxnSpPr>
            <a:cxnSpLocks/>
          </p:cNvCxnSpPr>
          <p:nvPr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ADE45-A04E-D3FE-F3C4-46C1453A3FD3}"/>
              </a:ext>
            </a:extLst>
          </p:cNvPr>
          <p:cNvSpPr txBox="1"/>
          <p:nvPr userDrawn="1"/>
        </p:nvSpPr>
        <p:spPr>
          <a:xfrm>
            <a:off x="4288221" y="11561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669A14-C814-E9A0-D0CC-7B75CFBE5C6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0F13FD9-D2DD-ED17-6D75-A7B7D999BE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2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7741FE0-753B-09BF-8FFF-8B503D8AA7A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5460945-2B51-9F18-FCCB-89F8DCE13BA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D7A913-33BF-EF9E-A215-31033B26EC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65EF440-758E-8F55-173D-7001807CC9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7D4ED0-E7BB-AFFB-6031-DCCB66F4AA7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0EF232-7398-36BA-D21B-48D47F43200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0D04EE4-48C3-123C-7C55-F918BFE5B90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3C9FCC-F829-257A-C888-E409BE29B11B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9DBB7-C81F-74FE-4C42-A36D2935DB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7DC6D9-C009-96BD-D206-DCD722561BF7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B338BD-9FAD-A5E6-85C2-52931A535151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EAEC404-1C8F-E638-1F9F-652FF43F9AC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D7773C4A-7495-5A43-50DD-1F86C79E2D3D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AD4BA92-F560-555B-50D5-077C6DE504C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A8FE42A0-4EB1-6C48-928A-31A809AC3F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617D3FCF-E632-AE29-A69D-27A02192C5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EB7340-38BB-F1B4-0357-BDF048001CDB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4DCBF8-DBE7-22ED-BEAA-0B6BAC4D2C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4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D4B688-5E30-C837-D803-FFAB3F159E72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15E1984-FE9B-14DE-6BEF-2CC63B74ACA8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BAFE795-0850-7B37-82B7-087B5CBA3740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9171BF-1FB1-5225-DD35-BC2E8F91D28F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4E422F0C-EFCE-3F9D-20E1-6116E59BFB1E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125B8882-4F3E-1100-DA5C-0974F3D609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1FFE5FBF-96D0-B3BE-DAB3-6A9436DCCE0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9FCA94-895A-B774-1F9D-7EB57C1D632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9631634-B99F-62B6-2EE2-7A0DFABB48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9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es + circle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337202D7-3484-7116-1949-B52573DBB48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26904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2655083F-BFD3-6B5A-277A-9D5B0361211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58759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EA2D67F-C91D-B705-DA2B-E05F6F7490B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92742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728293-9813-258F-553B-C282060C0D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652D1336-5902-3CC0-6CFF-493CC621FF6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072601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14BCBEFC-892E-D958-E337-B1D1B39A2C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4456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907F5581-848B-BB57-24F3-8B2A0C1D3F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38439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84BC883-75FB-AD39-C777-DAA0C8940BD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88154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boxes + circles with icons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2457" y="3934673"/>
            <a:ext cx="2492099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6587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8598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4449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8D88DD19-8C19-527D-3173-8B2B909D686E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1586585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8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0" name="Picture Placeholder 49">
            <a:extLst>
              <a:ext uri="{FF2B5EF4-FFF2-40B4-BE49-F238E27FC236}">
                <a16:creationId xmlns:a16="http://schemas.microsoft.com/office/drawing/2014/main" id="{06918ECE-9808-CE13-4F2D-5270B03DD44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4436870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2" name="Picture Placeholder 49">
            <a:extLst>
              <a:ext uri="{FF2B5EF4-FFF2-40B4-BE49-F238E27FC236}">
                <a16:creationId xmlns:a16="http://schemas.microsoft.com/office/drawing/2014/main" id="{7395BF2D-3E02-669C-2131-0BBD2119C0EE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7302887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4" name="Picture Placeholder 49">
            <a:extLst>
              <a:ext uri="{FF2B5EF4-FFF2-40B4-BE49-F238E27FC236}">
                <a16:creationId xmlns:a16="http://schemas.microsoft.com/office/drawing/2014/main" id="{9BB70CC7-65FD-F58F-96D7-D6471D84E9E5}"/>
              </a:ext>
            </a:extLst>
          </p:cNvPr>
          <p:cNvSpPr>
            <a:spLocks noGrp="1" noChangeAspect="1"/>
          </p:cNvSpPr>
          <p:nvPr>
            <p:ph type="pic" sz="quarter" idx="60" hasCustomPrompt="1"/>
          </p:nvPr>
        </p:nvSpPr>
        <p:spPr>
          <a:xfrm>
            <a:off x="10171032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21AC68-3667-71AF-F68F-25FC0A0F9822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FA1E72B-7ED9-1929-693F-45F87A93BA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6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C190-B5C9-47FA-10C6-07F337F15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5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944A30D-2044-A849-808A-30EB8C0A3D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A5254C-65E5-A241-9FAB-78AB621179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233467-277A-554F-B4E3-8C0EA14B90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74E693F-E035-4E4C-962E-AFCF3C0CD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2DABD545-C34D-584B-99D7-D43B9E30274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3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DDB021E-4B46-334D-B0F3-FF34632F58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67A86AD-87F6-B94C-AAC1-33B1E46F2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952BDE5-E6FC-C944-BBD9-066D6D611D1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D90A936-F1A5-214C-81E0-2ADED4662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17CFD62-2C53-D040-81ED-81883ACEC8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C5999DBE-31CD-3E4A-8E41-8CB7A79C511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2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6032FB1D-C194-E143-B857-24789F9521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1479EC3-8A55-EF41-8FA7-17E0062038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5E281BA-D0B1-F044-BA13-37D53776632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74B6D29B-D885-7040-97B3-AD86B0B031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DEE0884A-5AE0-9F49-B2E9-B9D7EAB2D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Footer Placeholder 19">
            <a:extLst>
              <a:ext uri="{FF2B5EF4-FFF2-40B4-BE49-F238E27FC236}">
                <a16:creationId xmlns:a16="http://schemas.microsoft.com/office/drawing/2014/main" id="{CBF197E8-1900-1548-A0B5-F735F91D8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4" name="Slide Number Placeholder 20">
            <a:extLst>
              <a:ext uri="{FF2B5EF4-FFF2-40B4-BE49-F238E27FC236}">
                <a16:creationId xmlns:a16="http://schemas.microsoft.com/office/drawing/2014/main" id="{A079C675-3CEF-F544-89F7-C5F882BE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D592DB8-9F1D-BB41-FE69-C5FFDBD0E3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9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10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2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7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1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22123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2291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2212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30178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3374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178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81452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83832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81452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0061115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64291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611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A93F8E-3A51-A1B6-27C0-9A15367969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4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12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366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366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366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46214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62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62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589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589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89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539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3937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937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4366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43744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4366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346215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47801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62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589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61333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589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1539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571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39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F589A48-C3DC-924E-9308-89F5E6ACBAEB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00558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B2BA0DD-3377-960E-0182-0505445CDAB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055837" y="3338482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5348C2B-533E-8F16-A43D-3182BDCEBC0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55837" y="3511246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20B4052F-2F5F-6990-9EBD-29C456D3A23A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0558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D0189C1C-F1D6-5954-3B6A-5E7E063C64C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590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4328FEB9-5888-93EF-4022-CDF87BC5CC7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558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F96B53C-74EC-AF89-2AE0-A30626A41C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1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63812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070EE2F-A61D-A346-A1AD-48B6992361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6381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804C9E-22F2-414C-8595-DD8A7D3462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6381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94086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FA1F4B3-C6A9-3846-8FDC-1D9CD8D055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086" y="3253865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CBD34077-F668-0349-BB4C-1EF3B85C2B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086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2435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E16230B-6C8D-A747-933D-DA2F0CC9F2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24360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DBFACE1-B1EE-1E4B-85A1-B0CF039CB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24360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054633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361BEE2D-C1E5-9848-98A8-E0AF589931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5463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351946E-8582-E342-AC35-72E76B072D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5463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684907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2B89CEDD-FF0E-464D-8925-C479A3F41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84907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D45A73E-D755-104C-80AB-14FD871AFD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84907" y="3436719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315181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498C0996-AEBD-834F-8C1E-5C244D3E33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15181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37A42628-268F-7245-B03E-7273E573E2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15181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6" name="Picture Placeholder 24">
            <a:extLst>
              <a:ext uri="{FF2B5EF4-FFF2-40B4-BE49-F238E27FC236}">
                <a16:creationId xmlns:a16="http://schemas.microsoft.com/office/drawing/2014/main" id="{F2A89884-3199-424B-8EFE-0B742967A16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3539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99FE149C-EE6E-B146-9126-527F7A6E1C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3539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11B5BDA2-9E8E-A54A-8271-EB13DB66A8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3539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0E65F18E-24FA-9A4D-9BA3-FDF674C6207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163812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20A1ADF0-62A7-274C-A1F6-322CF48B04C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63812" y="5511106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D27F5E24-398B-2E46-9ACA-325D250B1D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381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B59CCF85-5C43-934B-BEA3-833A6B771C2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794086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16882A08-DBAF-2345-AE9C-8F7B6F6BA8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4086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C2690339-9139-544B-A30E-035B02DAEB4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94086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7" name="Picture Placeholder 33">
            <a:extLst>
              <a:ext uri="{FF2B5EF4-FFF2-40B4-BE49-F238E27FC236}">
                <a16:creationId xmlns:a16="http://schemas.microsoft.com/office/drawing/2014/main" id="{C4597007-754F-084D-B58B-B49AA63B5C7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424360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4">
            <a:extLst>
              <a:ext uri="{FF2B5EF4-FFF2-40B4-BE49-F238E27FC236}">
                <a16:creationId xmlns:a16="http://schemas.microsoft.com/office/drawing/2014/main" id="{B8D33AAF-B52A-DF4C-97C5-9B314A17C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4360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5">
            <a:extLst>
              <a:ext uri="{FF2B5EF4-FFF2-40B4-BE49-F238E27FC236}">
                <a16:creationId xmlns:a16="http://schemas.microsoft.com/office/drawing/2014/main" id="{D0355B35-8985-084A-BBF4-7330CA6A659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4359" y="5683000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3" name="Picture Placeholder 36">
            <a:extLst>
              <a:ext uri="{FF2B5EF4-FFF2-40B4-BE49-F238E27FC236}">
                <a16:creationId xmlns:a16="http://schemas.microsoft.com/office/drawing/2014/main" id="{CF226C3F-F4D7-DD4A-9708-694691D4D9E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054633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515C93A5-5B65-B444-8884-6576728F26D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54633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38">
            <a:extLst>
              <a:ext uri="{FF2B5EF4-FFF2-40B4-BE49-F238E27FC236}">
                <a16:creationId xmlns:a16="http://schemas.microsoft.com/office/drawing/2014/main" id="{3B35359D-3436-F145-B61C-98ED2FF7C90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5463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02" name="Picture Placeholder 39">
            <a:extLst>
              <a:ext uri="{FF2B5EF4-FFF2-40B4-BE49-F238E27FC236}">
                <a16:creationId xmlns:a16="http://schemas.microsoft.com/office/drawing/2014/main" id="{4BE1AA30-6A6E-8B43-9AF5-6A8F53207ED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684907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4" name="Text Placeholder 40">
            <a:extLst>
              <a:ext uri="{FF2B5EF4-FFF2-40B4-BE49-F238E27FC236}">
                <a16:creationId xmlns:a16="http://schemas.microsoft.com/office/drawing/2014/main" id="{19AA4270-8849-9042-8DCF-C644856F069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84907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8" name="Text Placeholder 41">
            <a:extLst>
              <a:ext uri="{FF2B5EF4-FFF2-40B4-BE49-F238E27FC236}">
                <a16:creationId xmlns:a16="http://schemas.microsoft.com/office/drawing/2014/main" id="{4CB5D492-1596-2D4C-8DDE-D62789DC5E3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684907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2" name="Picture Placeholder 42">
            <a:extLst>
              <a:ext uri="{FF2B5EF4-FFF2-40B4-BE49-F238E27FC236}">
                <a16:creationId xmlns:a16="http://schemas.microsoft.com/office/drawing/2014/main" id="{3F86164D-94FD-D944-9186-025601AF16B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315181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16" name="Text Placeholder 43">
            <a:extLst>
              <a:ext uri="{FF2B5EF4-FFF2-40B4-BE49-F238E27FC236}">
                <a16:creationId xmlns:a16="http://schemas.microsoft.com/office/drawing/2014/main" id="{8F28A28C-604C-3F40-BC91-0472E855AC6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15181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0" name="Text Placeholder 44">
            <a:extLst>
              <a:ext uri="{FF2B5EF4-FFF2-40B4-BE49-F238E27FC236}">
                <a16:creationId xmlns:a16="http://schemas.microsoft.com/office/drawing/2014/main" id="{5C4484D7-BEC0-1142-A030-73C74DD1B04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15181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7F11E91-3CA6-32F9-DC10-E5CFE4EBA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7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16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2029377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952710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371881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4791052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10223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762939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9048565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1D4425F1-3947-9688-343D-482840D861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46773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8CF8A6-32E5-C43B-08B3-00367805BA8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3284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B2A55ED-BA01-F8B5-7318-2D86BA29A8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93284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F9EA3E3-166D-2120-4EB3-75E9E72AB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59866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41B5EDB-70D1-27AF-4F59-01FDB57BF5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59866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17679BB-F1BD-CF38-5ABF-94BA185D57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8688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99F55A1-5744-3C70-96DF-49BEC9D9F4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8688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B4BE1D0-DA8F-1902-9105-2A6523FDCCC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84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9CFAD58-C447-3891-79AE-023CE2B0709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584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A2F6C1B-1590-FAA7-85E1-D8DF3F6EC7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9935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7E7FAE7-D169-E419-8577-93D747D45EB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9935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8A31712-27A3-8C82-D343-DA9787E3DD2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0540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CB8D6DE-A1FA-6C36-D579-571563C5BE3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0540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75028A4-1DDF-5775-0D53-ABA6AB5D725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45339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B0CFF4F-E7FE-F6D1-74FF-4205FBCB092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45339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1397A0FB-2273-B90F-8D6A-D5998FFB640D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533539" y="4121413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813AFA07-23B2-A5B7-C160-801FD257C93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3539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4F96D1C-FEAC-D281-BC7D-2B31A8083EB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3539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61FD616B-A505-C15A-7084-13552B917148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952710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BD1315B3-FA96-C045-7DA6-53F806BD587F}"/>
              </a:ext>
            </a:extLst>
          </p:cNvPr>
          <p:cNvSpPr>
            <a:spLocks noGrp="1" noChangeAspect="1"/>
          </p:cNvSpPr>
          <p:nvPr>
            <p:ph type="pic" sz="quarter" idx="75" hasCustomPrompt="1"/>
          </p:nvPr>
        </p:nvSpPr>
        <p:spPr>
          <a:xfrm>
            <a:off x="3371881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7" name="Picture Placeholder 12">
            <a:extLst>
              <a:ext uri="{FF2B5EF4-FFF2-40B4-BE49-F238E27FC236}">
                <a16:creationId xmlns:a16="http://schemas.microsoft.com/office/drawing/2014/main" id="{E83B9443-E43A-A873-D114-AE85B8EF2EE8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4791052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E45CB82C-C5C4-1588-4D40-71E0D39FF50A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6210223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3" name="Picture Placeholder 18">
            <a:extLst>
              <a:ext uri="{FF2B5EF4-FFF2-40B4-BE49-F238E27FC236}">
                <a16:creationId xmlns:a16="http://schemas.microsoft.com/office/drawing/2014/main" id="{DEDE46E8-3BDD-7014-AC1C-DEA32674F8DF}"/>
              </a:ext>
            </a:extLst>
          </p:cNvPr>
          <p:cNvSpPr>
            <a:spLocks noGrp="1" noChangeAspect="1"/>
          </p:cNvSpPr>
          <p:nvPr>
            <p:ph type="pic" sz="quarter" idx="78" hasCustomPrompt="1"/>
          </p:nvPr>
        </p:nvSpPr>
        <p:spPr>
          <a:xfrm>
            <a:off x="762939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Picture Placeholder 21">
            <a:extLst>
              <a:ext uri="{FF2B5EF4-FFF2-40B4-BE49-F238E27FC236}">
                <a16:creationId xmlns:a16="http://schemas.microsoft.com/office/drawing/2014/main" id="{AA903DCB-BB6D-5A1D-DBCD-E715967C7F9E}"/>
              </a:ext>
            </a:extLst>
          </p:cNvPr>
          <p:cNvSpPr>
            <a:spLocks noGrp="1" noChangeAspect="1"/>
          </p:cNvSpPr>
          <p:nvPr>
            <p:ph type="pic" sz="quarter" idx="79" hasCustomPrompt="1"/>
          </p:nvPr>
        </p:nvSpPr>
        <p:spPr>
          <a:xfrm>
            <a:off x="9048565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6" name="Picture Placeholder 21">
            <a:extLst>
              <a:ext uri="{FF2B5EF4-FFF2-40B4-BE49-F238E27FC236}">
                <a16:creationId xmlns:a16="http://schemas.microsoft.com/office/drawing/2014/main" id="{AC3D3958-842B-B30C-1F63-D623591F7D6C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1046773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185AA623-674F-A973-6E18-2FFFFE0375A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93284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E2EBD53E-F3A3-DBAA-2F1A-5358B448A65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93284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CA1E84C5-21EB-CB3B-2366-924CF2418F6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59866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7A2BB77D-BE73-A95B-9A81-B0901ED51A7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359866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0E537FAA-2BFF-EC9F-5EC3-7D5C5546EC1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8688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9B7EC7B2-13EA-7269-0E64-1645E388968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78688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55D0AD31-CEB6-57EB-419E-3C4BF0F8AE4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1584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147589C2-3A4F-B54A-9CB3-E62CDE64182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1584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63408816-0EF0-A98E-B3FE-2A9C3089154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59935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6AD2BE2-E8BC-8BEC-F544-079D0CC90DB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59935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EFE37B27-BAD3-1165-BF9E-60DD2E04419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0540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AA58134C-CBB3-9E00-C5C2-6D243F7713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0540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ED0CB7B1-6B86-1413-DA04-636E452C026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45339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6F3B57D6-272F-FB23-D1D1-C68C2096E8B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45339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55973D-90F5-437B-CF74-DE36A1654B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3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20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78B02572-80B5-2A40-A464-6313F7364735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3143608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3318348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3143608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4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5120046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5300709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5120046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4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1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8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6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3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3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5300709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5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D0EABDB-76DD-ED07-82BC-41FEF0A512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3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24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981996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991245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991245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3424764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43189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597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53542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61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68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2637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577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06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46045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966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49175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8227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637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591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62318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27771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2733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28121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48366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81995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91245" y="4328121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91245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24763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30643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0769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853541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5937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59374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2636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98424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98486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746044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5178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51720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18227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87967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87965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62318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628832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628893" y="44836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2755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83100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981996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991245" y="592755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991245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424764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430643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30769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853542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5937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859374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6292637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298424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298486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7746045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75178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751720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8227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187967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187965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62318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0628832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0628893" y="6083100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pic>
        <p:nvPicPr>
          <p:cNvPr id="42" name="Picture 4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82B97EE-0D63-51AC-F012-8DFA5491F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8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s - Up t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30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5157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50711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435157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3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0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7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5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2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2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4507117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4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43982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99525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65556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64816" y="5943982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64816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2777594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83473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83599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3899621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905454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90545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021648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27435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027497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6143676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149416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149351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7265703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27139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271395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838773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93379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93440" y="6099525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2" name="Picture Placeholder 57">
            <a:extLst>
              <a:ext uri="{FF2B5EF4-FFF2-40B4-BE49-F238E27FC236}">
                <a16:creationId xmlns:a16="http://schemas.microsoft.com/office/drawing/2014/main" id="{0F6455EF-0CE1-2370-C4E1-A59409835397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950975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4" name="Text Placeholder 58">
            <a:extLst>
              <a:ext uri="{FF2B5EF4-FFF2-40B4-BE49-F238E27FC236}">
                <a16:creationId xmlns:a16="http://schemas.microsoft.com/office/drawing/2014/main" id="{4CD5CE1F-8124-5700-D0FA-3DC8E61619C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15360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6" name="Text Placeholder 59">
            <a:extLst>
              <a:ext uri="{FF2B5EF4-FFF2-40B4-BE49-F238E27FC236}">
                <a16:creationId xmlns:a16="http://schemas.microsoft.com/office/drawing/2014/main" id="{00DCFC32-34CC-A342-1461-5E37176DC35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51529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7" name="Picture Placeholder 60">
            <a:extLst>
              <a:ext uri="{FF2B5EF4-FFF2-40B4-BE49-F238E27FC236}">
                <a16:creationId xmlns:a16="http://schemas.microsoft.com/office/drawing/2014/main" id="{2F47573C-1828-EBB3-F36C-00F4F12F5196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0631785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61">
            <a:extLst>
              <a:ext uri="{FF2B5EF4-FFF2-40B4-BE49-F238E27FC236}">
                <a16:creationId xmlns:a16="http://schemas.microsoft.com/office/drawing/2014/main" id="{3B837F64-6D5A-A780-06BB-764E5B07CC1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63733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0" name="Text Placeholder 62">
            <a:extLst>
              <a:ext uri="{FF2B5EF4-FFF2-40B4-BE49-F238E27FC236}">
                <a16:creationId xmlns:a16="http://schemas.microsoft.com/office/drawing/2014/main" id="{747AFC41-C326-C8EC-87C0-2368A1E8774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637337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pic>
        <p:nvPicPr>
          <p:cNvPr id="53" name="Picture 5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8A71F5-8702-514E-5F6B-3D23A71DA2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457" y="6534451"/>
            <a:ext cx="1161288" cy="2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9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Saffr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ACF003-5DD2-668D-560D-904F0FC45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D0F9FC47-295C-4D4A-9DD9-EE77C90B4A93}"/>
              </a:ext>
            </a:extLst>
          </p:cNvPr>
          <p:cNvSpPr txBox="1"/>
          <p:nvPr userDrawn="1"/>
        </p:nvSpPr>
        <p:spPr>
          <a:xfrm>
            <a:off x="8416763" y="272657"/>
            <a:ext cx="3465095" cy="1251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/>
                <a:ea typeface="Noto Sans" panose="020B0502040504020204" pitchFamily="34" charset="0"/>
                <a:cs typeface="Calibri" panose="020F0502020204030204" pitchFamily="34" charset="0"/>
              </a:rPr>
              <a:t>gatesfoundation.org</a:t>
            </a:r>
          </a:p>
        </p:txBody>
      </p:sp>
    </p:spTree>
    <p:extLst>
      <p:ext uri="{BB962C8B-B14F-4D97-AF65-F5344CB8AC3E}">
        <p14:creationId xmlns:p14="http://schemas.microsoft.com/office/powerpoint/2010/main" val="4004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44ADC6-39E6-9329-5308-BCC228B2E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81" y="5301842"/>
            <a:ext cx="11562499" cy="1283501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0A845772-49A1-5BDE-695D-1B3A5FBFC363}"/>
              </a:ext>
            </a:extLst>
          </p:cNvPr>
          <p:cNvSpPr txBox="1"/>
          <p:nvPr userDrawn="1"/>
        </p:nvSpPr>
        <p:spPr>
          <a:xfrm>
            <a:off x="8416763" y="272657"/>
            <a:ext cx="3465095" cy="1251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5F3ED"/>
                </a:solidFill>
                <a:effectLst/>
                <a:uLnTx/>
                <a:uFillTx/>
                <a:latin typeface="Calibri"/>
                <a:ea typeface="Noto Sans" panose="020B0502040504020204" pitchFamily="34" charset="0"/>
                <a:cs typeface="Calibri" panose="020F0502020204030204" pitchFamily="34" charset="0"/>
              </a:rPr>
              <a:t>gatesfoundation.org</a:t>
            </a:r>
          </a:p>
        </p:txBody>
      </p:sp>
    </p:spTree>
    <p:extLst>
      <p:ext uri="{BB962C8B-B14F-4D97-AF65-F5344CB8AC3E}">
        <p14:creationId xmlns:p14="http://schemas.microsoft.com/office/powerpoint/2010/main" val="119476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69B1-87BC-CF74-C403-795D1E6AD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9379A-168F-8E3B-FE63-CC7EEF5FD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4F76F-8A72-4BC0-C7D6-CE7B4C53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9394-61CC-4EFC-A7B0-59ABFF6DAD4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C97E3-6399-8EB9-6486-34695F546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25173-EA8C-BFF7-5267-FCCEE8A5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A1CEE-0F3E-419B-8F06-002CCB1C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472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Standard slide —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1" baseline="0" dirty="0">
                <a:solidFill>
                  <a:schemeClr val="accent6"/>
                </a:solidFill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E1983EA-619F-F241-B52A-2A66327052C3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- DRAFT</a:t>
            </a:r>
          </a:p>
        </p:txBody>
      </p:sp>
    </p:spTree>
    <p:extLst>
      <p:ext uri="{BB962C8B-B14F-4D97-AF65-F5344CB8AC3E}">
        <p14:creationId xmlns:p14="http://schemas.microsoft.com/office/powerpoint/2010/main" val="341966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147" y="177800"/>
            <a:ext cx="11647053" cy="812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682" y="1193800"/>
            <a:ext cx="11647053" cy="4932363"/>
          </a:xfrm>
        </p:spPr>
        <p:txBody>
          <a:bodyPr/>
          <a:lstStyle>
            <a:lvl1pPr>
              <a:buClr>
                <a:schemeClr val="accent2"/>
              </a:buClr>
              <a:defRPr sz="2667" baseline="0"/>
            </a:lvl1pPr>
            <a:lvl2pPr>
              <a:buClr>
                <a:schemeClr val="accent4"/>
              </a:buClr>
              <a:defRPr sz="2667"/>
            </a:lvl2pPr>
            <a:lvl3pPr>
              <a:defRPr sz="2667"/>
            </a:lvl3pPr>
            <a:lvl4pPr>
              <a:buClr>
                <a:schemeClr val="accent5"/>
              </a:buClr>
              <a:defRPr/>
            </a:lvl4pPr>
          </a:lstStyle>
          <a:p>
            <a:pPr lvl="0"/>
            <a:r>
              <a:rPr lang="en-US"/>
              <a:t>Bullets (Slide Content)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40147" y="6522401"/>
            <a:ext cx="520772" cy="294295"/>
          </a:xfrm>
          <a:prstGeom prst="rect">
            <a:avLst/>
          </a:prstGeom>
        </p:spPr>
        <p:txBody>
          <a:bodyPr vert="horz" lIns="68568" tIns="34284" rIns="68568" bIns="34284" rtlCol="0" anchor="ctr"/>
          <a:lstStyle>
            <a:defPPr>
              <a:defRPr lang="en-US"/>
            </a:defPPr>
            <a:lvl1pPr marL="0" algn="l" defTabSz="816334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8167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6334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4501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2668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0835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9002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169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5336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7F5BFD-39EB-44C1-950F-7ADF7831458B}" type="slidenum">
              <a:rPr lang="en-US" sz="1200" smtClean="0">
                <a:solidFill>
                  <a:schemeClr val="accent4"/>
                </a:solidFill>
              </a:rPr>
              <a:pPr/>
              <a:t>‹#›</a:t>
            </a:fld>
            <a:r>
              <a:rPr lang="en-US" sz="1200">
                <a:solidFill>
                  <a:schemeClr val="accent4"/>
                </a:solidFill>
              </a:rPr>
              <a:t>        </a:t>
            </a:r>
            <a:endParaRPr lang="en-US" sz="1467">
              <a:solidFill>
                <a:schemeClr val="accent4"/>
              </a:solidFill>
            </a:endParaRP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697837" y="6427999"/>
            <a:ext cx="3860820" cy="364331"/>
          </a:xfrm>
          <a:prstGeom prst="rect">
            <a:avLst/>
          </a:prstGeom>
        </p:spPr>
        <p:txBody>
          <a:bodyPr vert="horz" lIns="68568" tIns="34284" rIns="68568" bIns="34284" rtlCol="0" anchor="ctr"/>
          <a:lstStyle>
            <a:defPPr>
              <a:defRPr lang="en-US"/>
            </a:defPPr>
            <a:lvl1pPr marL="0" algn="l" defTabSz="816334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8167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6334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4501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2668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0835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9002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169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5336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accent4"/>
              </a:solidFill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723777" y="6522400"/>
            <a:ext cx="4669812" cy="364331"/>
          </a:xfrm>
          <a:prstGeom prst="rect">
            <a:avLst/>
          </a:prstGeom>
        </p:spPr>
        <p:txBody>
          <a:bodyPr vert="horz" lIns="68568" tIns="34284" rIns="68568" bIns="34284" rtlCol="0" anchor="ctr"/>
          <a:lstStyle>
            <a:defPPr>
              <a:defRPr lang="en-US"/>
            </a:defPPr>
            <a:lvl1pPr marL="0" algn="l" defTabSz="816334" rtl="0" eaLnBrk="1" latinLnBrk="0" hangingPunct="1">
              <a:defRPr sz="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8167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6334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4501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2668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0835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9002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169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5336" algn="l" defTabSz="816334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>
                <a:solidFill>
                  <a:schemeClr val="accent4"/>
                </a:solidFill>
              </a:rPr>
              <a:t>|</a:t>
            </a:r>
            <a:r>
              <a:rPr lang="en-US" sz="1333" b="1">
                <a:solidFill>
                  <a:schemeClr val="accent4"/>
                </a:solidFill>
              </a:rPr>
              <a:t>    </a:t>
            </a:r>
            <a:r>
              <a:rPr lang="en-US" sz="800">
                <a:solidFill>
                  <a:schemeClr val="accent4"/>
                </a:solidFill>
              </a:rPr>
              <a:t>© 2024 Bill &amp; Melinda Gates Foundation. All rights reserved</a:t>
            </a:r>
            <a:r>
              <a:rPr lang="en-US" sz="1200">
                <a:solidFill>
                  <a:schemeClr val="accent4"/>
                </a:solidFill>
              </a:rPr>
              <a:t>. </a:t>
            </a:r>
            <a:endParaRPr lang="en-US" sz="800">
              <a:solidFill>
                <a:schemeClr val="accent4"/>
              </a:solidFill>
            </a:endParaRPr>
          </a:p>
          <a:p>
            <a:r>
              <a:rPr lang="en-US" sz="800">
                <a:solidFill>
                  <a:schemeClr val="accent4"/>
                </a:solidFill>
              </a:rPr>
              <a:t> 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4B103D2-3250-36F0-4490-F58F70934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3637" y="6466518"/>
            <a:ext cx="1603780" cy="38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5049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Basic text slide -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1" baseline="0" dirty="0">
                <a:solidFill>
                  <a:schemeClr val="accent6"/>
                </a:solidFill>
              </a:defRPr>
            </a:lvl1pPr>
            <a:lvl2pPr marL="171497" indent="-171497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2994" indent="-171497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80" indent="-173086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77" indent="-171497">
              <a:spcBef>
                <a:spcPts val="336"/>
              </a:spcBef>
              <a:defRPr baseline="0"/>
            </a:lvl5pPr>
          </a:lstStyle>
          <a:p>
            <a:pPr marL="285829" lvl="0" indent="-285829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5" y="6230031"/>
            <a:ext cx="11119275" cy="20819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93A3A6B-2912-404C-B880-AB1575C2D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7" y="6586325"/>
            <a:ext cx="2743915" cy="107723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78FA230-905C-6647-BB17-4936B6FEA0D6}" type="datetime3">
              <a:t>31 March 2026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2E7B7752-E4B2-ED4B-8866-D8BBE9493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3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F05B559-581F-D941-BDCC-78105100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9" y="6577228"/>
            <a:ext cx="253444" cy="10772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7DB30-90C6-211C-BDBC-DB034F63F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18851" cy="464907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3043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Logo Frame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786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7572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Logo Frame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144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6038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Text Only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1732902"/>
            <a:ext cx="8000274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439225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2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Text Only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1732902"/>
            <a:ext cx="8000274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439225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3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CE5998-F8B0-A840-89AA-28D161AE06A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</p:spTree>
    <p:extLst>
      <p:ext uri="{BB962C8B-B14F-4D97-AF65-F5344CB8AC3E}">
        <p14:creationId xmlns:p14="http://schemas.microsoft.com/office/powerpoint/2010/main" val="264768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- Parchment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parchment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CE5998-F8B0-A840-89AA-28D161AE06A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07E99AEF-095A-5680-1445-FABB4D7C7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2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Text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Basic text slide – parchment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1" name="Date Placeholder 5">
            <a:extLst>
              <a:ext uri="{FF2B5EF4-FFF2-40B4-BE49-F238E27FC236}">
                <a16:creationId xmlns:a16="http://schemas.microsoft.com/office/drawing/2014/main" id="{560954BA-966B-314F-9EB1-CE3F2110C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92EC4D-7FB8-6444-9B47-C6CAB9319D7D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603871BE-0B86-574C-858D-FE7A50995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457" y="1585029"/>
            <a:ext cx="11112303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3991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Text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Basic text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0030"/>
            <a:ext cx="11119274" cy="20819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93A3A6B-2912-404C-B880-AB1575C2D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5E90DF-A85F-8E4E-BC8E-531A51B85A85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2E7B7752-E4B2-ED4B-8866-D8BBE9493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F05B559-581F-D941-BDCC-78105100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7DB30-90C6-211C-BDBC-DB034F63F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18850" cy="464907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5546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9C7F-0647-2968-B55D-EC9C692F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C13CB-C7D8-FA3A-1CE5-97E43AE9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3692-7102-4EFE-B6F7-295B427561BD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2F69F-8333-8449-5D7E-1273BD1D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5D1A4-F035-5774-C708-7E108B6A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EDE-2F89-40A2-9FAF-C679A410D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1845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786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6184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048" cy="6877049"/>
          </a:xfrm>
          <a:prstGeom prst="rect">
            <a:avLst/>
          </a:prstGeom>
          <a:noFill/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4247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ogo Frame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B390E2-0244-6E15-2935-B9AB8904E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144" cy="68770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754AC18-9DE6-D125-2E6A-AB588FCA9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1803" y="6050784"/>
            <a:ext cx="2641654" cy="29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2311742"/>
            <a:ext cx="6471489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3018065"/>
            <a:ext cx="6471489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4216830"/>
            <a:ext cx="648107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01EDA-B80C-4264-BE6D-BDD2C206C4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1171" y="5325302"/>
            <a:ext cx="6472237" cy="184666"/>
          </a:xfrm>
        </p:spPr>
        <p:txBody>
          <a:bodyPr anchor="ctr"/>
          <a:lstStyle>
            <a:lvl1pPr marL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defRPr lang="en-US" sz="1200" kern="1200" spc="20" baseline="0" dirty="0" smtClean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3319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Saffron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1732902"/>
            <a:ext cx="8000274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439225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0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9" y="1732902"/>
            <a:ext cx="8063336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9" y="2439225"/>
            <a:ext cx="8063336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72927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81" y="5301842"/>
            <a:ext cx="11562499" cy="1283501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8DF1E54-3DF4-B88B-4F7C-230D405D8E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7848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xt Only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A87BDB-E4CD-7051-CB35-68897FD7A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8289" y="272657"/>
            <a:ext cx="2444149" cy="158267"/>
          </a:xfrm>
        </p:spPr>
        <p:txBody>
          <a:bodyPr tIns="0" bIns="0"/>
          <a:lstStyle>
            <a:lvl1pPr algn="r">
              <a:defRPr sz="120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31698" y="1732902"/>
            <a:ext cx="8000274" cy="5232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cap="none" baseline="0">
                <a:solidFill>
                  <a:schemeClr val="accent6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41288" y="2439225"/>
            <a:ext cx="8000274" cy="3385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 sz="2400" b="0" i="0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131698" y="3637990"/>
            <a:ext cx="8012129" cy="73000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56212-B39B-3C39-28ED-417AF56BB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9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22EC62-CC8B-4DB9-864A-3CBA965A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29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22EC62-CC8B-4DB9-864A-3CBA965A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11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Saffron">
    <p:bg>
      <p:bgPr>
        <a:solidFill>
          <a:srgbClr val="E7C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FC7768-5668-6257-BB17-8E7CC9808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339541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Light Turqoise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434ACB-D5B5-F104-1E71-E81A19FCA6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388035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0A4C8F-B2AC-D87E-48A8-47206CCDB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313907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, Dark Blu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416AC-BEC8-D876-0219-7552EE2D11B3}"/>
              </a:ext>
            </a:extLst>
          </p:cNvPr>
          <p:cNvSpPr txBox="1"/>
          <p:nvPr userDrawn="1"/>
        </p:nvSpPr>
        <p:spPr>
          <a:xfrm>
            <a:off x="1502229" y="13977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7554CB-85D6-3343-4B4F-A43513B10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7905" y="2998988"/>
            <a:ext cx="7353017" cy="553998"/>
          </a:xfrm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3601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Divider: Section Name</a:t>
            </a:r>
          </a:p>
        </p:txBody>
      </p:sp>
    </p:spTree>
    <p:extLst>
      <p:ext uri="{BB962C8B-B14F-4D97-AF65-F5344CB8AC3E}">
        <p14:creationId xmlns:p14="http://schemas.microsoft.com/office/powerpoint/2010/main" val="26512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277488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Saffr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accent6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46860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18C142-8408-344E-A495-3AA12E1EF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00" y="5129211"/>
            <a:ext cx="8352183" cy="711023"/>
          </a:xfrm>
        </p:spPr>
        <p:txBody>
          <a:bodyPr tIns="0" bIns="0" anchor="t" anchorCtr="0">
            <a:noAutofit/>
          </a:bodyPr>
          <a:lstStyle>
            <a:lvl1pPr>
              <a:lnSpc>
                <a:spcPct val="100000"/>
              </a:lnSpc>
              <a:defRPr lang="en-US" sz="1800" b="0" i="0" kern="1200" baseline="0" dirty="0" smtClean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sz="7000">
                <a:solidFill>
                  <a:schemeClr val="bg1"/>
                </a:solidFill>
                <a:latin typeface="+mj-lt"/>
              </a:defRPr>
            </a:lvl2pPr>
            <a:lvl3pPr>
              <a:defRPr sz="7000">
                <a:solidFill>
                  <a:schemeClr val="bg1"/>
                </a:solidFill>
                <a:latin typeface="+mj-lt"/>
              </a:defRPr>
            </a:lvl3pPr>
            <a:lvl4pPr>
              <a:defRPr sz="7000">
                <a:solidFill>
                  <a:schemeClr val="bg1"/>
                </a:solidFill>
                <a:latin typeface="+mj-lt"/>
              </a:defRPr>
            </a:lvl4pPr>
            <a:lvl5pPr>
              <a:defRPr sz="7000"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Tx/>
              <a:buNone/>
            </a:pPr>
            <a:r>
              <a:rPr lang="en-US"/>
              <a:t>—Attribution or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EF593-6503-5ECD-C4A1-21F18F927E0D}"/>
              </a:ext>
            </a:extLst>
          </p:cNvPr>
          <p:cNvSpPr txBox="1"/>
          <p:nvPr userDrawn="1"/>
        </p:nvSpPr>
        <p:spPr>
          <a:xfrm>
            <a:off x="3214688" y="374332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EB7ED-DC69-E17B-9E33-5D586963DB40}"/>
              </a:ext>
            </a:extLst>
          </p:cNvPr>
          <p:cNvSpPr txBox="1"/>
          <p:nvPr userDrawn="1"/>
        </p:nvSpPr>
        <p:spPr>
          <a:xfrm>
            <a:off x="2097157" y="-327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AF809-B915-3003-B8B7-AF5D386AA8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628650"/>
            <a:ext cx="8352183" cy="4129088"/>
          </a:xfrm>
        </p:spPr>
        <p:txBody>
          <a:bodyPr wrap="square" anchor="ctr"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accent6"/>
                </a:solidFill>
                <a:latin typeface="+mj-lt"/>
              </a:defRPr>
            </a:lvl1pPr>
            <a:lvl2pPr>
              <a:defRPr sz="7200">
                <a:solidFill>
                  <a:schemeClr val="tx2"/>
                </a:solidFill>
                <a:latin typeface="+mj-lt"/>
              </a:defRPr>
            </a:lvl2pPr>
            <a:lvl3pPr>
              <a:defRPr sz="7200">
                <a:solidFill>
                  <a:schemeClr val="tx2"/>
                </a:solidFill>
                <a:latin typeface="+mj-lt"/>
              </a:defRPr>
            </a:lvl3pPr>
            <a:lvl4pPr>
              <a:defRPr sz="7200">
                <a:solidFill>
                  <a:schemeClr val="tx2"/>
                </a:solidFill>
                <a:latin typeface="+mj-lt"/>
              </a:defRPr>
            </a:lvl4pPr>
            <a:lvl5pPr>
              <a:defRPr sz="72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Quote or fact statement.</a:t>
            </a:r>
          </a:p>
          <a:p>
            <a:pPr lvl="0"/>
            <a:r>
              <a:rPr lang="en-US"/>
              <a:t>Can also be used as </a:t>
            </a:r>
            <a:br>
              <a:rPr lang="en-US"/>
            </a:br>
            <a:r>
              <a:rPr lang="en-US"/>
              <a:t>a divider slide.</a:t>
            </a:r>
          </a:p>
        </p:txBody>
      </p:sp>
    </p:spTree>
    <p:extLst>
      <p:ext uri="{BB962C8B-B14F-4D97-AF65-F5344CB8AC3E}">
        <p14:creationId xmlns:p14="http://schemas.microsoft.com/office/powerpoint/2010/main" val="329282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CB5252A-89ED-4A05-AD0A-BCDCB743E52E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38A950C-133D-B836-FF46-ED6E8FB0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3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- Parchment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Standard slide – parchment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CFEED57-E706-4616-8658-09FB1D98CF70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07E99AEF-095A-5680-1445-FABB4D7C7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4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Basic text slide – slate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bg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1" name="Date Placeholder 5">
            <a:extLst>
              <a:ext uri="{FF2B5EF4-FFF2-40B4-BE49-F238E27FC236}">
                <a16:creationId xmlns:a16="http://schemas.microsoft.com/office/drawing/2014/main" id="{560954BA-966B-314F-9EB1-CE3F2110C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42984D-2E47-45A5-8424-6C0DCCA91047}" type="datetime3">
              <a:rPr lang="en-US" smtClean="0"/>
              <a:t>31 March 2026</a:t>
            </a:fld>
            <a:endParaRPr lang="en-US"/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603871BE-0B86-574C-858D-FE7A50995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20438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5977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D95C-DA9F-E8D8-85EA-0408F4E1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Basic text slide – parchment background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D65EF4-C0B6-0C4A-89B3-44D655F65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B01B7B4-F5C3-C547-A371-83188B738C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1" name="Date Placeholder 5">
            <a:extLst>
              <a:ext uri="{FF2B5EF4-FFF2-40B4-BE49-F238E27FC236}">
                <a16:creationId xmlns:a16="http://schemas.microsoft.com/office/drawing/2014/main" id="{560954BA-966B-314F-9EB1-CE3F2110C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69842EA-5093-410C-888C-B9BEBB8BE73D}" type="datetime3">
              <a:rPr lang="en-US" smtClean="0"/>
              <a:t>31 March 2026</a:t>
            </a:fld>
            <a:endParaRPr lang="en-US"/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603871BE-0B86-574C-858D-FE7A50995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98DDC874-95E0-2241-859F-A6AE5EB99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B8787F-7A6C-20FC-9105-4CF25DCE07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457" y="1585029"/>
            <a:ext cx="11112303" cy="4649073"/>
          </a:xfrm>
          <a:noFill/>
        </p:spPr>
        <p:txBody>
          <a:bodyPr lIns="182880" tIns="182880" rIns="182880" bIns="182880">
            <a:no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5568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Basic text slide –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0030"/>
            <a:ext cx="11119274" cy="20819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93A3A6B-2912-404C-B880-AB1575C2D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B549D47-FFD5-4B3B-B1D8-4850A1869EBB}" type="datetime3">
              <a:rPr lang="en-US" smtClean="0"/>
              <a:t>31 March 2026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2E7B7752-E4B2-ED4B-8866-D8BBE9493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F05B559-581F-D941-BDCC-78105100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27DB30-90C6-211C-BDBC-DB034F63F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5" y="1562099"/>
            <a:ext cx="11118850" cy="464907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136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-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6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- parch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43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2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 +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46BCE5A-C6EA-3D45-B6AA-69F8F5DE5F7C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4221" y="1641186"/>
            <a:ext cx="5439928" cy="276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2244720"/>
            <a:ext cx="5447479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F34A11-D1C4-1141-A437-411C04A150D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6359" y="1641186"/>
            <a:ext cx="5368926" cy="2769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2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87039" y="2244720"/>
            <a:ext cx="5376378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351902C6-7022-D242-9AEC-97393407D1E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54E5347-7A89-4B9A-8249-1F3AC465470D}" type="datetime3">
              <a:rPr lang="en-US" smtClean="0"/>
              <a:t>31 March 2026</a:t>
            </a:fld>
            <a:endParaRPr lang="en-US"/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7FFAF916-9C90-0441-B544-DB40E49534DD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3992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84A50A12-A2BB-E740-BF44-D5B7CEBE05B3}"/>
              </a:ext>
            </a:extLst>
          </p:cNvPr>
          <p:cNvCxnSpPr>
            <a:cxnSpLocks/>
          </p:cNvCxnSpPr>
          <p:nvPr userDrawn="1"/>
        </p:nvCxnSpPr>
        <p:spPr>
          <a:xfrm>
            <a:off x="6290246" y="1570338"/>
            <a:ext cx="53675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3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2 col, n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457" y="530943"/>
            <a:ext cx="11120967" cy="36576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columns, no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1782147"/>
            <a:ext cx="5447479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48400" y="1782147"/>
            <a:ext cx="5415017" cy="4351953"/>
          </a:xfrm>
          <a:prstGeom prst="rect">
            <a:avLst/>
          </a:prstGeom>
          <a:noFill/>
        </p:spPr>
        <p:txBody>
          <a:bodyPr vert="horz" lIns="137160" tIns="137160" rIns="0" bIns="1371600" rtlCol="0" anchor="ctr">
            <a:noAutofit/>
          </a:bodyPr>
          <a:lstStyle>
            <a:lvl1pPr algn="ctr"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ctr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351902C6-7022-D242-9AEC-97393407D1E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D2AF26A-8F8E-4253-B783-CE8884D71511}" type="datetime3">
              <a:rPr lang="en-US" smtClean="0"/>
              <a:t>31 March 2026</a:t>
            </a:fld>
            <a:endParaRPr lang="en-US"/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7719F-4180-6E81-9C02-4D0BE327AC66}"/>
              </a:ext>
            </a:extLst>
          </p:cNvPr>
          <p:cNvSpPr txBox="1"/>
          <p:nvPr userDrawn="1"/>
        </p:nvSpPr>
        <p:spPr>
          <a:xfrm>
            <a:off x="10548594" y="-1036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52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3 Col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527B-AF9D-AAAE-0232-18D579622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- 3 columns + headers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21A6A3E-D5C2-274B-9184-CF0B08D6326A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5F1F30-ADD4-2D42-B311-B75E622B009F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539" y="1641185"/>
            <a:ext cx="3505220" cy="3231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>
                <a:solidFill>
                  <a:schemeClr val="accent6"/>
                </a:solidFill>
              </a:defRPr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9011BA4-3821-4B58-946F-A0583B8E1B4E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533539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15B2A8-7385-AE44-8F67-B76BE921AD2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44186" y="1641185"/>
            <a:ext cx="3504524" cy="3229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10828F-1382-45D3-89A8-402C37D30449}"/>
              </a:ext>
            </a:extLst>
          </p:cNvPr>
          <p:cNvSpPr>
            <a:spLocks noGrp="1"/>
          </p:cNvSpPr>
          <p:nvPr>
            <p:ph sz="quarter" idx="6" hasCustomPrompt="1"/>
          </p:nvPr>
        </p:nvSpPr>
        <p:spPr>
          <a:xfrm>
            <a:off x="4343804" y="2244720"/>
            <a:ext cx="3504524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A4F4A86-B345-DD4A-8370-2D614F921BA0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8153838" y="1641185"/>
            <a:ext cx="3512407" cy="31960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976A536-AE04-47EE-AABB-40C62FC32200}"/>
              </a:ext>
            </a:extLst>
          </p:cNvPr>
          <p:cNvSpPr>
            <a:spLocks noGrp="1"/>
          </p:cNvSpPr>
          <p:nvPr>
            <p:ph sz="quarter" idx="7" hasCustomPrompt="1"/>
          </p:nvPr>
        </p:nvSpPr>
        <p:spPr>
          <a:xfrm>
            <a:off x="8153936" y="2244720"/>
            <a:ext cx="3507796" cy="38893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7" name="Date Placeholder 10">
            <a:extLst>
              <a:ext uri="{FF2B5EF4-FFF2-40B4-BE49-F238E27FC236}">
                <a16:creationId xmlns:a16="http://schemas.microsoft.com/office/drawing/2014/main" id="{A0B25769-BA88-A643-B364-6674B6C73A63}"/>
              </a:ext>
            </a:extLst>
          </p:cNvPr>
          <p:cNvSpPr>
            <a:spLocks noGrp="1"/>
          </p:cNvSpPr>
          <p:nvPr>
            <p:ph type="dt" sz="half" idx="9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0A5C2F6-6762-441A-AC6F-80B24660DD91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1">
            <a:extLst>
              <a:ext uri="{FF2B5EF4-FFF2-40B4-BE49-F238E27FC236}">
                <a16:creationId xmlns:a16="http://schemas.microsoft.com/office/drawing/2014/main" id="{D4B82B62-89D6-1C4B-B886-A14D4F516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2">
            <a:extLst>
              <a:ext uri="{FF2B5EF4-FFF2-40B4-BE49-F238E27FC236}">
                <a16:creationId xmlns:a16="http://schemas.microsoft.com/office/drawing/2014/main" id="{8FA37F43-6547-5445-851B-83EE6B2A87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91EB1A-BD52-6E4D-B2F3-4E0C90632DAD}"/>
              </a:ext>
            </a:extLst>
          </p:cNvPr>
          <p:cNvCxnSpPr>
            <a:cxnSpLocks/>
          </p:cNvCxnSpPr>
          <p:nvPr userDrawn="1"/>
        </p:nvCxnSpPr>
        <p:spPr>
          <a:xfrm>
            <a:off x="533539" y="1570338"/>
            <a:ext cx="35052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744E64E2-DAFF-1A41-9B6B-24903F2DB65C}"/>
              </a:ext>
            </a:extLst>
          </p:cNvPr>
          <p:cNvCxnSpPr>
            <a:cxnSpLocks/>
          </p:cNvCxnSpPr>
          <p:nvPr userDrawn="1"/>
        </p:nvCxnSpPr>
        <p:spPr>
          <a:xfrm>
            <a:off x="4344188" y="1570338"/>
            <a:ext cx="350413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1B6D433B-5A96-A544-B3DF-4EC0C519327F}"/>
              </a:ext>
            </a:extLst>
          </p:cNvPr>
          <p:cNvCxnSpPr>
            <a:cxnSpLocks/>
          </p:cNvCxnSpPr>
          <p:nvPr userDrawn="1"/>
        </p:nvCxnSpPr>
        <p:spPr>
          <a:xfrm>
            <a:off x="8153838" y="1570338"/>
            <a:ext cx="351240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04D0E82-B23A-2AD0-FE90-9697B2DC15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15189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+ photos - 4 Columns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71927BD-B4FA-EC4D-A5D3-E03AE021C3F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3984" y="1641184"/>
            <a:ext cx="2542032" cy="141551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396433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258882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21331" y="1641184"/>
            <a:ext cx="2542032" cy="14185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C973AD9-2DE6-454F-9ECD-5946C5F57FE2}" type="datetime3">
              <a:rPr lang="en-US" smtClean="0"/>
              <a:t>31 March 2026</a:t>
            </a:fld>
            <a:endParaRPr lang="en-US"/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339659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625896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9121331" y="1570338"/>
            <a:ext cx="25420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514D60-64FD-835A-C69B-1EBC2A8A1C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7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A303727B-D178-271E-9284-21AA7B79C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05819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93A1A34-5627-2B57-DE5E-C4A95866C9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9181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A016B4A-9DF5-9138-23C6-125C197594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2542" y="3279531"/>
            <a:ext cx="2541588" cy="2341914"/>
          </a:xfrm>
        </p:spPr>
        <p:txBody>
          <a:bodyPr/>
          <a:lstStyle/>
          <a:p>
            <a:r>
              <a:rPr lang="en-US"/>
              <a:t>Click to add photo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67C397E-8C1E-6C10-8D52-668BE1D18B1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D05FF9-349E-8CD9-AAA2-BCEA302D05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4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627364E-17AC-6F82-8B3F-7C3C003FDF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8502" y="5687193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32C95F6-750E-227C-9738-4ED9333395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7506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5EB25BC-206B-50D0-2072-DBAFA24A24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2542" y="5664489"/>
            <a:ext cx="255006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408804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image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AFA7A0D-5FEF-4FD6-9E18-BCE1519ED43D}" type="datetime3">
              <a:rPr lang="en-US" smtClean="0"/>
              <a:t>31 March 2026</a:t>
            </a:fld>
            <a:endParaRPr lang="en-US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C4BA8D-D559-D0AD-8DF5-47F52AF114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5486" y="1485901"/>
            <a:ext cx="11106150" cy="4648200"/>
          </a:xfrm>
          <a:noFill/>
        </p:spPr>
        <p:txBody>
          <a:bodyPr tIns="146304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Drag or click icon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35109B4-C1C0-143D-5B13-39E659557D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2457" y="6180307"/>
            <a:ext cx="111061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252307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graphic + title &amp;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544E-1FB6-86CC-DAC5-9CDAAAE1A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Full-width graphic + title &amp; subhead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BA14D70-1874-944B-8D3A-71712B1013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1562100"/>
            <a:ext cx="11122000" cy="4572000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2DB3B7-B51E-4C62-BE7F-6FFA236E361A}" type="datetime3">
              <a:rPr lang="en-US" smtClean="0"/>
              <a:t>31 March 2026</a:t>
            </a:fld>
            <a:endParaRPr lang="en-US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35138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graphic –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06A30-F16A-466F-875F-C67C40FF9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225" y="535517"/>
            <a:ext cx="11122000" cy="5598583"/>
          </a:xfrm>
          <a:prstGeom prst="rect">
            <a:avLst/>
          </a:prstGeom>
          <a:noFill/>
        </p:spPr>
        <p:txBody>
          <a:bodyPr tIns="1188720" anchor="t">
            <a:noAutofit/>
          </a:bodyPr>
          <a:lstStyle>
            <a:lvl1pPr algn="ctr">
              <a:buFontTx/>
              <a:buNone/>
              <a:defRPr sz="1200" baseline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0ACF9E46-2CC5-804F-8636-0F4D9FC1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A262E90-8CE7-4CA3-A53E-B302B359346F}" type="datetime3">
              <a:rPr lang="en-US" smtClean="0"/>
              <a:t>31 March 2026</a:t>
            </a:fld>
            <a:endParaRPr lang="en-US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2399406D-BCE9-A54A-B923-B1EEDF04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1296E14D-7C73-1048-A429-BF65128B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B59FDBE-D5D8-B72C-6EBC-43F1D2FA173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50696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with standar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Large text with standard image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8416187-2676-4C97-8C77-B094D1524F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221" y="1754704"/>
            <a:ext cx="3503842" cy="4303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Large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C6CA577-9C24-E745-9EE2-2967A71F05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3400" y="6096696"/>
            <a:ext cx="7284317" cy="183575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C7440F9-2E60-4CC1-8855-33AF0D18022C}" type="datetime3">
              <a:rPr lang="en-US" smtClean="0"/>
              <a:t>31 March 2026</a:t>
            </a:fld>
            <a:endParaRPr lang="en-US"/>
          </a:p>
        </p:txBody>
      </p: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D8AD69F0-C6ED-1D41-9425-FD4C83DAA44D}"/>
              </a:ext>
            </a:extLst>
          </p:cNvPr>
          <p:cNvCxnSpPr>
            <a:cxnSpLocks/>
          </p:cNvCxnSpPr>
          <p:nvPr userDrawn="1"/>
        </p:nvCxnSpPr>
        <p:spPr>
          <a:xfrm>
            <a:off x="543952" y="1564876"/>
            <a:ext cx="3494111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07FB6E-96D0-0A16-600B-BA7482910C3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43400" y="1565274"/>
            <a:ext cx="7284317" cy="4492619"/>
          </a:xfrm>
          <a:noFill/>
        </p:spPr>
        <p:txBody>
          <a:bodyPr tIns="1463040">
            <a:noAutofit/>
          </a:bodyPr>
          <a:lstStyle>
            <a:lvl1pPr marL="171501" marR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Drag picture to placeholder or click icon to add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34557-9B55-A4B0-61F1-ACCEC34D0401}"/>
              </a:ext>
            </a:extLst>
          </p:cNvPr>
          <p:cNvSpPr txBox="1"/>
          <p:nvPr userDrawn="1"/>
        </p:nvSpPr>
        <p:spPr>
          <a:xfrm>
            <a:off x="2008094" y="221428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783D1-5884-54CC-EC86-75E75B8F752F}"/>
              </a:ext>
            </a:extLst>
          </p:cNvPr>
          <p:cNvSpPr txBox="1"/>
          <p:nvPr userDrawn="1"/>
        </p:nvSpPr>
        <p:spPr>
          <a:xfrm>
            <a:off x="1659467" y="1896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70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Large 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43400" y="1564877"/>
            <a:ext cx="7284317" cy="4487248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D42FB35-D78E-4C82-B32C-A3F7DDD06A36}" type="datetime3">
              <a:rPr lang="en-US" smtClean="0"/>
              <a:t>31 March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31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Large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639606-D190-C517-A1E5-81A163BF532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4973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tandar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99A29D6-76B5-B1E0-4A1A-E8138F83A9D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400" y="1565275"/>
            <a:ext cx="7285038" cy="4489450"/>
          </a:xfrm>
        </p:spPr>
        <p:txBody>
          <a:bodyPr bIns="1828800" anchor="ctr"/>
          <a:lstStyle>
            <a:lvl1pPr algn="ctr">
              <a:defRPr sz="1200"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standard image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14E1053-894A-42E1-8595-313A2E7B8045}" type="datetime3">
              <a:rPr lang="en-US" smtClean="0"/>
              <a:t>31 March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0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C48E8-43FD-171A-5628-EDD4F1320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3400" y="6096697"/>
            <a:ext cx="7284317" cy="107722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13186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Table, Chart or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with table, chart or object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65266" y="1564876"/>
            <a:ext cx="7262451" cy="4493021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0A18C22-6962-43B1-8C1F-FC5D189FE4F3}" type="datetime3">
              <a:rPr lang="en-US" smtClean="0"/>
              <a:t>31 March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5D7-1AC8-8C03-D244-5AC29238C9CD}"/>
              </a:ext>
            </a:extLst>
          </p:cNvPr>
          <p:cNvSpPr txBox="1"/>
          <p:nvPr userDrawn="1"/>
        </p:nvSpPr>
        <p:spPr>
          <a:xfrm>
            <a:off x="2175933" y="1888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6680-A83F-6FB7-0990-A7A3F54DC4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21" y="1754704"/>
            <a:ext cx="3503842" cy="43087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spcBef>
                <a:spcPts val="300"/>
              </a:spcBef>
              <a:spcAft>
                <a:spcPts val="600"/>
              </a:spcAft>
              <a:defRPr sz="1400" baseline="0">
                <a:solidFill>
                  <a:schemeClr val="tx1"/>
                </a:solidFill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marR="0" lvl="0" indent="0" algn="l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Click to add text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F2D89A6D-B129-F598-ECF2-CDFD96CA2FF6}"/>
              </a:ext>
            </a:extLst>
          </p:cNvPr>
          <p:cNvCxnSpPr>
            <a:cxnSpLocks/>
          </p:cNvCxnSpPr>
          <p:nvPr userDrawn="1"/>
        </p:nvCxnSpPr>
        <p:spPr>
          <a:xfrm flipV="1">
            <a:off x="534221" y="1564876"/>
            <a:ext cx="3503842" cy="1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CC0DA-CE10-8B9F-655C-3E5D8E001E5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74129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ble, Chart or Object -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table, chart or object - 1:3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09570" y="1564876"/>
            <a:ext cx="7318147" cy="4493023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2AAC53F-2207-4A48-8C32-FACDCE2985C8}" type="datetime3">
              <a:rPr lang="en-US" smtClean="0"/>
              <a:t>31 March 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F01442-EBCF-F40C-F167-C486C9BDCD4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64283" y="1565275"/>
            <a:ext cx="3495675" cy="4501430"/>
          </a:xfrm>
        </p:spPr>
        <p:txBody>
          <a:bodyPr tIns="1188720"/>
          <a:lstStyle>
            <a:lvl1pPr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AE21997-0BB6-A4D0-872A-BCC74D43F77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393240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ide-bar notes – par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5"/>
            <a:ext cx="2011680" cy="4570476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6A3184C-9784-48FC-BE03-39DACAE318BB}" type="datetime3">
              <a:rPr lang="en-US" smtClean="0"/>
              <a:t>31 March 2026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DCA2DA-B5A7-F9D8-B9C9-826D58BF567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25"/>
            <a:ext cx="8869680" cy="4570475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01F500B-8108-D66D-8E5A-F983BBA5E4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247595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34092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752">
          <p15:clr>
            <a:srgbClr val="FBAE40"/>
          </p15:clr>
        </p15:guide>
        <p15:guide id="8" pos="1608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69787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DE23C05-6F42-4908-8384-EF32FC0CF280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93683" y="1563624"/>
            <a:ext cx="8869680" cy="4570476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AA89EDA-DE65-ED49-625C-EF4D0209C80A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92739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7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DA48AEC-48AD-4CD0-A262-DF4A223B4275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A97FEB3-4446-CDCD-010B-FEDABA5276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73082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Saffron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0533B3-EFE8-9E5A-F4B7-44FED418CFA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3683" y="1563677"/>
            <a:ext cx="8869680" cy="4570423"/>
          </a:xfrm>
          <a:noFill/>
        </p:spPr>
        <p:txBody>
          <a:bodyPr tIns="1645920">
            <a:noAutofit/>
          </a:bodyPr>
          <a:lstStyle>
            <a:lvl1pPr algn="ctr"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and Saffron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70475"/>
          </a:xfrm>
          <a:solidFill>
            <a:schemeClr val="tx2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F47D668-D8E2-4585-9310-C40E4FBC8C5C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2274F95-6859-33D5-852F-B0C0562902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3683" y="6182797"/>
            <a:ext cx="8862771" cy="197377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412352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76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late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slate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26136"/>
          </a:xfrm>
          <a:solidFill>
            <a:schemeClr val="accent6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88044C6-ED27-43C1-8526-4791CD0CA7FC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79396" y="1563624"/>
            <a:ext cx="8869680" cy="4526819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B8A36A1-4776-7C50-89CC-A6C822ED710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62142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Saffron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saffron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26136"/>
          </a:xfrm>
          <a:solidFill>
            <a:schemeClr val="tx2"/>
          </a:solidFill>
        </p:spPr>
        <p:txBody>
          <a:bodyPr lIns="137160" tIns="137160" rIns="91440" bIns="9144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88BCFC-3619-4612-A545-4EB6D2D39C07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79396" y="1563624"/>
            <a:ext cx="8869680" cy="4526819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8B33BB7-53BD-D85E-4446-6F16369F388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52552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 - 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and images - 4 columns + headers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1573067"/>
            <a:ext cx="250327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1573067"/>
            <a:ext cx="2487816" cy="1222218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3206699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3206699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353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1749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09815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87881" y="3718413"/>
            <a:ext cx="2487816" cy="2590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8F1FA65-B998-481C-B1CF-DC2456D3FCF8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EC240E-9B26-E2EC-A8F6-74D6AE04C1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2855841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E62CE65-B007-3B02-E36A-94B2EBF64A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5012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D0432-E00B-63D3-8BFE-1E67A2E1A7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9815" y="2855841"/>
            <a:ext cx="248455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23ED2EB-DCEE-0374-1099-D5B3662A1E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4619" y="2855841"/>
            <a:ext cx="248781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46895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w heading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with headings - 4 columns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7" y="2103124"/>
            <a:ext cx="250327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34572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11227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87881" y="2103124"/>
            <a:ext cx="2487816" cy="2063048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2457" y="4301322"/>
            <a:ext cx="2499041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749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9815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2E5ECCB-A030-40CA-B054-BC36A02A40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87881" y="4301322"/>
            <a:ext cx="2487816" cy="36487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76B9F6F-9185-44F4-B369-C0F689A513E0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0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+ text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and text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2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58640" y="4083691"/>
            <a:ext cx="3474720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DD0BBC9-2EBE-4B56-AFC8-7C72766BCF30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5" y="1573402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5" y="4083691"/>
            <a:ext cx="3509428" cy="2030299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44725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C80C0-6A1B-E886-15F9-7C7DD3834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41C741-BC50-AFF7-AA7C-A29E8594ED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AA83ED-0B7A-204E-B5F9-FF358EB253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5" y="6165499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060DFA-C111-BC41-1C40-80D6FFE32F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8640" y="3660565"/>
            <a:ext cx="34747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8FDBD51-D18A-9042-F9B5-E74881958D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5" y="3671374"/>
            <a:ext cx="3518501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29169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 –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Images and text – 3 photos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58640" y="1573403"/>
            <a:ext cx="4583229" cy="456069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F70FF39-C0C9-423C-A7A0-3CB0665A3765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269127" y="1573403"/>
            <a:ext cx="2394236" cy="2115377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69127" y="3994850"/>
            <a:ext cx="2394236" cy="2139250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D1A99A-802E-3659-6B52-FA51022B79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925" y="1573212"/>
            <a:ext cx="3489710" cy="4560893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A003E8A-54C4-CB7B-4BD1-86C75D0C4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65499"/>
            <a:ext cx="349865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A59AFF1-B8F5-EF6C-7267-800AAC31D6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8640" y="6165499"/>
            <a:ext cx="4583229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01A5EC0-6356-B336-3C26-5A9866B73B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9127" y="6165499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02F0B23-7DFC-9278-EF68-8007F527F6C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69127" y="3724448"/>
            <a:ext cx="2394236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35878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5 images + headings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2101663"/>
            <a:ext cx="5439243" cy="4032437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5978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CA762A0-EFB0-47C2-BA31-F1C49D66BBEC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5978609-77B5-786C-26A9-8A8687356B2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145978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07562A-A557-9DE5-A065-373483B32D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72436" y="2083756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ECF28FF-7557-AEA5-5409-0F963C71C41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72436" y="4530815"/>
            <a:ext cx="2560320" cy="1604255"/>
          </a:xfrm>
          <a:prstGeom prst="rect">
            <a:avLst/>
          </a:prstGeom>
          <a:noFill/>
          <a:ln>
            <a:noFill/>
          </a:ln>
        </p:spPr>
        <p:txBody>
          <a:bodyPr tIns="91440">
            <a:noAutofit/>
          </a:bodyPr>
          <a:lstStyle>
            <a:lvl1pPr marL="0" indent="0" algn="ctr">
              <a:buNone/>
              <a:defRPr sz="9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615921-4DC2-6C1B-E40D-82C85E9B26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983" y="1641185"/>
            <a:ext cx="5447814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31FBD5F-F20E-A98F-39CA-95B3D30A70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6207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2759FE6-37D3-E285-6417-622CF0ED974C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9145978" y="1641185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F14F82-1D54-11E5-B131-F5B85DE83CF4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4781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A427334F-27DB-A50A-C956-1BEA0341BCFD}"/>
              </a:ext>
            </a:extLst>
          </p:cNvPr>
          <p:cNvCxnSpPr>
            <a:cxnSpLocks/>
          </p:cNvCxnSpPr>
          <p:nvPr userDrawn="1"/>
        </p:nvCxnSpPr>
        <p:spPr>
          <a:xfrm>
            <a:off x="6276206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72DD0A2C-5318-63EB-8275-6913D5B3F889}"/>
              </a:ext>
            </a:extLst>
          </p:cNvPr>
          <p:cNvCxnSpPr>
            <a:cxnSpLocks/>
          </p:cNvCxnSpPr>
          <p:nvPr userDrawn="1"/>
        </p:nvCxnSpPr>
        <p:spPr>
          <a:xfrm>
            <a:off x="9145978" y="1570338"/>
            <a:ext cx="2560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2D59345-9AD7-65E3-2D1B-43FB4C2412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6207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A6FF786-2DF7-8B19-9F9C-F92F81333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5978" y="4103602"/>
            <a:ext cx="25603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E173FE2-DB15-0DD8-2E98-3AB8619BF5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25075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92302BE-8FAD-4666-DCE1-55C5C6D0C1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6A0828A-4FAE-4217-20EC-113B5A70AA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5978" y="6189352"/>
            <a:ext cx="256032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7347D94-939E-6F3A-79FA-F354FBA673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1554" y="3743301"/>
            <a:ext cx="2593687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6876C49-2191-EB6E-8CED-183AD30FBDE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5978" y="3754110"/>
            <a:ext cx="25319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033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1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42456" y="1573403"/>
            <a:ext cx="5439243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4583" y="1573403"/>
            <a:ext cx="5394960" cy="4560697"/>
          </a:xfrm>
          <a:prstGeom prst="rect">
            <a:avLst/>
          </a:prstGeom>
          <a:noFill/>
        </p:spPr>
        <p:txBody>
          <a:bodyPr tIns="91440" bIns="137160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1B99CD2-39BD-4A93-B1BA-BF21487B6A71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B19A84E-FCC4-1957-BE73-754D41CC64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5" y="6189352"/>
            <a:ext cx="5447714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880FA1-15E8-0361-C357-051E64F4FD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554" y="6189352"/>
            <a:ext cx="539490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385228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2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27426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7426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61494" y="1573403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1494" y="4138630"/>
            <a:ext cx="5394960" cy="2011680"/>
          </a:xfrm>
          <a:prstGeom prst="rect">
            <a:avLst/>
          </a:prstGeom>
          <a:noFill/>
        </p:spPr>
        <p:txBody>
          <a:bodyPr tIns="91440" bIns="1097280" anchor="ctr">
            <a:noAutofit/>
          </a:bodyPr>
          <a:lstStyle>
            <a:lvl1pPr marL="0" indent="0" algn="ctr"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734EFF9-C064-4FBA-BD8B-5B821772AAE3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8EE2F4C-4A14-E5F0-9411-E68C5E2CCB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54768B9-A0BC-F83A-B112-04CAFC34BD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1494" y="6189352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B9263A-8419-6694-2300-E49E824502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983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86DE33-0640-2158-B378-A9DF6E3D2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1494" y="3629035"/>
            <a:ext cx="539496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84103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– 2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Image grid – 2 x 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16302" y="1573404"/>
            <a:ext cx="3522297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8C0F00F6-04A2-43CF-917D-F1D9E1A79C4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16302" y="4064891"/>
            <a:ext cx="3522297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677EAE5-B2ED-459B-AA12-178C3AC56A6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43399" y="1573404"/>
            <a:ext cx="3520440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8DF1A6E-5ED7-4BD1-9AB8-CD92E93E919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43399" y="4064891"/>
            <a:ext cx="3520440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926CF0C-550A-4C82-8FBB-7313063A69CA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37F7731-626C-A780-0B77-58D6D46FFE1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53934" y="1573404"/>
            <a:ext cx="3521763" cy="2122296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3DBD102-D151-FE92-3782-2392C90E8A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53934" y="4064891"/>
            <a:ext cx="3521763" cy="2063048"/>
          </a:xfrm>
          <a:prstGeom prst="rect">
            <a:avLst/>
          </a:prstGeom>
          <a:noFill/>
        </p:spPr>
        <p:txBody>
          <a:bodyPr tIns="27432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aseline="0"/>
            </a:lvl1pPr>
          </a:lstStyle>
          <a:p>
            <a:r>
              <a:rPr lang="en-US"/>
              <a:t>Drag picture or click icon to </a:t>
            </a:r>
            <a:br>
              <a:rPr lang="en-US"/>
            </a:br>
            <a:r>
              <a:rPr lang="en-US"/>
              <a:t>insert a photo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A2CAC5-2B6D-35DD-9289-F77085559E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98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785BEC-D393-33E4-513C-DC5936DAF8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3399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61D2A2-A760-5257-AF82-15F6364A8C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3933" y="6189352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6E39E06-3176-1149-96E3-56ED4AAB01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398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3874A0-89DB-0872-7FA6-37F40B71E3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43399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8E51F9F-38AB-5F04-CDA2-DDFEFD26468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53933" y="3748301"/>
            <a:ext cx="3520440" cy="200054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</p:spTree>
    <p:extLst>
      <p:ext uri="{BB962C8B-B14F-4D97-AF65-F5344CB8AC3E}">
        <p14:creationId xmlns:p14="http://schemas.microsoft.com/office/powerpoint/2010/main" val="160489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Key figures grid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AC9C3ED-C07E-4D0B-9720-42220691010E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365484-D15B-FBE5-51F4-865E57F09705}"/>
              </a:ext>
            </a:extLst>
          </p:cNvPr>
          <p:cNvSpPr/>
          <p:nvPr userDrawn="1"/>
        </p:nvSpPr>
        <p:spPr>
          <a:xfrm>
            <a:off x="533400" y="1562100"/>
            <a:ext cx="11125294" cy="45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9B82EA-9A06-9EDA-8C35-1E39D8CF0259}"/>
              </a:ext>
            </a:extLst>
          </p:cNvPr>
          <p:cNvCxnSpPr>
            <a:cxnSpLocks/>
          </p:cNvCxnSpPr>
          <p:nvPr/>
        </p:nvCxnSpPr>
        <p:spPr>
          <a:xfrm>
            <a:off x="325799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C4A1D4-F19E-5021-E435-8F0A4457D205}"/>
              </a:ext>
            </a:extLst>
          </p:cNvPr>
          <p:cNvCxnSpPr>
            <a:cxnSpLocks/>
          </p:cNvCxnSpPr>
          <p:nvPr/>
        </p:nvCxnSpPr>
        <p:spPr>
          <a:xfrm>
            <a:off x="609443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AC1839-561D-33BB-F5FD-EA260E72CAB1}"/>
              </a:ext>
            </a:extLst>
          </p:cNvPr>
          <p:cNvCxnSpPr>
            <a:cxnSpLocks/>
          </p:cNvCxnSpPr>
          <p:nvPr/>
        </p:nvCxnSpPr>
        <p:spPr>
          <a:xfrm>
            <a:off x="8930879" y="1980007"/>
            <a:ext cx="0" cy="37131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E8DBA3-384B-8DB7-EFA4-263D2AEBD86C}"/>
              </a:ext>
            </a:extLst>
          </p:cNvPr>
          <p:cNvCxnSpPr>
            <a:cxnSpLocks/>
          </p:cNvCxnSpPr>
          <p:nvPr/>
        </p:nvCxnSpPr>
        <p:spPr>
          <a:xfrm>
            <a:off x="647532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0082AC-428E-2CFA-8E31-8174B29EC8C2}"/>
              </a:ext>
            </a:extLst>
          </p:cNvPr>
          <p:cNvCxnSpPr>
            <a:cxnSpLocks/>
          </p:cNvCxnSpPr>
          <p:nvPr/>
        </p:nvCxnSpPr>
        <p:spPr>
          <a:xfrm>
            <a:off x="3477399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EBFFFB-5BC8-5ABD-6423-853CE7F88B90}"/>
              </a:ext>
            </a:extLst>
          </p:cNvPr>
          <p:cNvCxnSpPr>
            <a:cxnSpLocks/>
          </p:cNvCxnSpPr>
          <p:nvPr/>
        </p:nvCxnSpPr>
        <p:spPr>
          <a:xfrm>
            <a:off x="6307266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26A0FB-63A2-568A-DAE8-E8B5F2F0939B}"/>
              </a:ext>
            </a:extLst>
          </p:cNvPr>
          <p:cNvCxnSpPr>
            <a:cxnSpLocks/>
          </p:cNvCxnSpPr>
          <p:nvPr/>
        </p:nvCxnSpPr>
        <p:spPr>
          <a:xfrm>
            <a:off x="9137133" y="3827179"/>
            <a:ext cx="2401147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CD16269-78C3-B0C1-9A1A-A726DEF1E3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4447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DA563734-95AB-0813-1D2C-1555DCC43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601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XXX</a:t>
            </a: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B84AA8F5-1B66-3727-2031-145F7F3D8B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35673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76F63185-1E4B-A5D1-6914-253A926D58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08056" y="2127974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3" name="Text Placeholder 48">
            <a:extLst>
              <a:ext uri="{FF2B5EF4-FFF2-40B4-BE49-F238E27FC236}">
                <a16:creationId xmlns:a16="http://schemas.microsoft.com/office/drawing/2014/main" id="{7F77D622-554E-5009-A289-09FBC710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447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XX</a:t>
            </a:r>
          </a:p>
        </p:txBody>
      </p:sp>
      <p:sp>
        <p:nvSpPr>
          <p:cNvPr id="54" name="Text Placeholder 48">
            <a:extLst>
              <a:ext uri="{FF2B5EF4-FFF2-40B4-BE49-F238E27FC236}">
                <a16:creationId xmlns:a16="http://schemas.microsoft.com/office/drawing/2014/main" id="{F832B634-020A-3B52-7EDE-CCD2A07446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601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5" name="Text Placeholder 48">
            <a:extLst>
              <a:ext uri="{FF2B5EF4-FFF2-40B4-BE49-F238E27FC236}">
                <a16:creationId xmlns:a16="http://schemas.microsoft.com/office/drawing/2014/main" id="{6DD99106-EC39-A88F-0292-659C187A59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5673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X.XB</a:t>
            </a:r>
          </a:p>
        </p:txBody>
      </p:sp>
      <p:sp>
        <p:nvSpPr>
          <p:cNvPr id="56" name="Text Placeholder 48">
            <a:extLst>
              <a:ext uri="{FF2B5EF4-FFF2-40B4-BE49-F238E27FC236}">
                <a16:creationId xmlns:a16="http://schemas.microsoft.com/office/drawing/2014/main" id="{62E311D3-D98D-24FE-F1A8-66277E5A20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8056" y="4180510"/>
            <a:ext cx="2396451" cy="914400"/>
          </a:xfrm>
        </p:spPr>
        <p:txBody>
          <a:bodyPr anchor="ctr" anchorCtr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5400" kern="1200" baseline="0" dirty="0" smtClean="0">
                <a:solidFill>
                  <a:srgbClr val="FFFFFF"/>
                </a:solidFill>
                <a:latin typeface="Cambria" panose="02040503050406030204" pitchFamily="18" charset="0"/>
                <a:ea typeface="Noto Serif" panose="02020600060500020200" pitchFamily="18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 X,XXX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763626B-7207-2E7C-8C28-88420CB1F3D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585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1F3C997B-97B5-17FF-DA61-3926DBDB5C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9585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95BF83A8-6D19-66A5-F87B-12A2CFFD0F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1151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76C1369B-4B74-5642-9988-CD43086FCF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51151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3109FC0F-DEFB-783D-0523-DD1A2A9616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0266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77CAF99F-1395-0DAA-17D7-A7A4F6205C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0266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64195D92-C76A-CCE3-D656-6637C5F6F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2922" y="3173225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48B6C252-F0AA-06CC-F881-B4C4F1116F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02922" y="5235489"/>
            <a:ext cx="2229010" cy="222479"/>
          </a:xfrm>
        </p:spPr>
        <p:txBody>
          <a:bodyPr tIns="0" bIns="0">
            <a:noAutofit/>
          </a:bodyPr>
          <a:lstStyle>
            <a:lvl1pPr marL="0" algn="ctr" defTabSz="914126" rtl="0" eaLnBrk="1" latinLnBrk="0" hangingPunct="1">
              <a:spcAft>
                <a:spcPts val="600"/>
              </a:spcAft>
              <a:defRPr lang="en-US" sz="1400" kern="1200" dirty="0">
                <a:solidFill>
                  <a:srgbClr val="FFFFFF"/>
                </a:solidFill>
                <a:latin typeface="Calibri" panose="020F0502020204030204" pitchFamily="34" charset="0"/>
                <a:ea typeface="Noto Sans" panose="020B050204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302EABD-F98A-87B2-172E-956EEF7193EC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24978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Slate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25962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7699A94-BA42-425B-9109-F093A78FAADE}" type="datetime3">
              <a:rPr lang="en-US" smtClean="0"/>
              <a:t>31 March 2026</a:t>
            </a:fld>
            <a:endParaRPr lang="en-US"/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39AAEC0-0AA6-0C76-E0F8-838FBE0FFD3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2CE8B8-850D-F173-FBAD-A38D8734F6D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19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m boxes – 5 columns + 1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5425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White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53336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9A76840-CB83-49D8-BF64-7DF7875A99D7}" type="datetime3">
              <a:rPr lang="en-US" smtClean="0"/>
              <a:t>31 March 2026</a:t>
            </a:fld>
            <a:endParaRPr lang="en-US"/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07979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70533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bg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3C0DA65-5041-AD5C-9746-5948B6C347F9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E63D46-DA0B-52AC-E520-B263A7F1CB79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111275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4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– 5 columns + 5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Boxes – 5 columns + 5 headers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6149"/>
            <a:ext cx="2103120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5B7EA94-614D-9C4E-9045-378F65B44E0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792759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5BF8424-7520-F84E-9889-71BA2B4A5FAF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055313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84961A1-9C0B-D84D-844D-D518C2BA1CF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7317867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4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B3F7921-47C0-40B6-B1A7-DD269D2261CC}" type="datetime3">
              <a:rPr lang="en-US" smtClean="0"/>
              <a:t>31 March 2026</a:t>
            </a:fld>
            <a:endParaRPr lang="en-US"/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19203E03-2A91-E506-BEE3-032E22E89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0421" y="1566149"/>
            <a:ext cx="2103120" cy="3291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Header 5</a:t>
            </a:r>
          </a:p>
        </p:txBody>
      </p: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87072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57632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87072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89363"/>
            <a:ext cx="2103120" cy="2001080"/>
          </a:xfrm>
          <a:solidFill>
            <a:schemeClr val="accent6"/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18803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579881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2034776-3E5F-F056-9427-73148E167A96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C2B74-99BD-77C4-AFB7-FA85463AE808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6C2AE1CC-709D-1925-4C6E-A68A344193A5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A20D2952-32DE-9B5B-7C8E-C3EAFEA85C0A}"/>
              </a:ext>
            </a:extLst>
          </p:cNvPr>
          <p:cNvCxnSpPr>
            <a:cxnSpLocks/>
          </p:cNvCxnSpPr>
          <p:nvPr userDrawn="1"/>
        </p:nvCxnSpPr>
        <p:spPr>
          <a:xfrm>
            <a:off x="5070532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A0104644-C44E-F927-D4D1-EFFEA453ECFF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0FC5466C-20F4-6EDB-5037-0353D36E1437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86446"/>
            <a:ext cx="21031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463CC21-12C8-41E6-9BD2-D24A688986C9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 b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429B122-DD36-C8E1-56AF-8989561AFE5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CF306-2E80-5208-8BE3-5086CD1B3DDE}"/>
              </a:ext>
            </a:extLst>
          </p:cNvPr>
          <p:cNvSpPr txBox="1"/>
          <p:nvPr userDrawn="1"/>
        </p:nvSpPr>
        <p:spPr>
          <a:xfrm>
            <a:off x="1781092" y="63451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83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ics overview – Saffro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75125E5-924A-4F4C-B3F5-3125662709DB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876D4E-7154-ACB7-D877-43F7BC539F9D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05032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Overview -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C612676-DCCE-0861-CF1D-E7CA58F359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E5E3A91-AB78-B6A1-9BD8-74504AF070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8511E2F-6875-850E-B211-CFCFC897996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AFF80EC-A35E-DF8F-A599-633717B1AF5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0A5781-7FE7-FF2B-A967-E3DA8AA8A94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6390D9-0900-53E3-6010-2B91F87FD91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3322635-3FA9-FC7A-BF5A-FABFEE55BF0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4384B-EB58-DFF4-D58F-C2392425C236}"/>
              </a:ext>
            </a:extLst>
          </p:cNvPr>
          <p:cNvCxnSpPr>
            <a:cxnSpLocks/>
          </p:cNvCxnSpPr>
          <p:nvPr userDrawn="1"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A49951-109F-95C6-78D1-A293DC17A862}"/>
              </a:ext>
            </a:extLst>
          </p:cNvPr>
          <p:cNvCxnSpPr>
            <a:cxnSpLocks/>
          </p:cNvCxnSpPr>
          <p:nvPr userDrawn="1"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A271B6-09C4-186C-1C8C-B1ED07ED859E}"/>
              </a:ext>
            </a:extLst>
          </p:cNvPr>
          <p:cNvCxnSpPr>
            <a:cxnSpLocks/>
          </p:cNvCxnSpPr>
          <p:nvPr userDrawn="1"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D56A4E3A-5FD3-C03D-D80B-DE77EED9FA3B}"/>
              </a:ext>
            </a:extLst>
          </p:cNvPr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6E97DAE4-E448-D4DF-407D-4DC0417178DE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E6D4F3A-1F7A-7672-390F-8364041FF2B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71C1E07-2869-46E5-BDED-584B83E7F453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E503892-9D58-9A41-B683-8FDFDB62035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8761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8"/>
            <a:ext cx="11142158" cy="45610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3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76823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indent="0" algn="ctr"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53863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6402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6644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53863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64028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6644" y="3797078"/>
            <a:ext cx="228600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C0FBF96-870F-466F-9960-CFF509603E1B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327940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6110464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9171BF-1FB1-5225-DD35-BC2E8F91D28F}"/>
              </a:ext>
            </a:extLst>
          </p:cNvPr>
          <p:cNvCxnSpPr>
            <a:cxnSpLocks/>
          </p:cNvCxnSpPr>
          <p:nvPr/>
        </p:nvCxnSpPr>
        <p:spPr>
          <a:xfrm>
            <a:off x="890359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86988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69604" y="2108081"/>
            <a:ext cx="640080" cy="548640"/>
          </a:xfrm>
          <a:prstGeom prst="rect">
            <a:avLst/>
          </a:prstGeom>
          <a:noFill/>
        </p:spPr>
        <p:txBody>
          <a:bodyPr tIns="9144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Tx/>
              <a:buFontTx/>
              <a:buNone/>
              <a:tabLst/>
              <a:defRPr lang="en-US" sz="700" b="0" kern="1200" baseline="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8175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ADE45-A04E-D3FE-F3C4-46C1453A3FD3}"/>
              </a:ext>
            </a:extLst>
          </p:cNvPr>
          <p:cNvSpPr txBox="1"/>
          <p:nvPr userDrawn="1"/>
        </p:nvSpPr>
        <p:spPr>
          <a:xfrm>
            <a:off x="4288221" y="11561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200">
              <a:solidFill>
                <a:schemeClr val="accent6"/>
              </a:solidFill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669A14-C814-E9A0-D0CC-7B75CFBE5C65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105183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overview – Sla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7741FE0-753B-09BF-8FFF-8B503D8AA7A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5460945-2B51-9F18-FCCB-89F8DCE13BA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D7A913-33BF-EF9E-A215-31033B26EC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65EF440-758E-8F55-173D-7001807CC9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7D4ED0-E7BB-AFFB-6031-DCCB66F4AA7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0EF232-7398-36BA-D21B-48D47F43200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0D04EE4-48C3-123C-7C55-F918BFE5B90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3C9FCC-F829-257A-C888-E409BE29B11B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9DBB7-C81F-74FE-4C42-A36D2935DB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7DC6D9-C009-96BD-D206-DCD722561BF7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B338BD-9FAD-A5E6-85C2-52931A535151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EAEC404-1C8F-E638-1F9F-652FF43F9AC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D7773C4A-7495-5A43-50DD-1F86C79E2D3D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AD4BA92-F560-555B-50D5-077C6DE504C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A8FE42A0-4EB1-6C48-928A-31A809AC3F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617D3FCF-E632-AE29-A69D-27A02192C5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bg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Slate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4BDEBFE-7CA1-413E-B29C-C2F6FB3DED50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8EB7340-38BB-F1B4-0357-BDF048001CDB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3314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topics overview – Saffron box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439115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68198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5875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526D918-AAB6-450B-A29A-7C5BDA28C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8171" y="3002870"/>
            <a:ext cx="2289246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6819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4218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8171" y="3797078"/>
            <a:ext cx="2289246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D0B8C46-26FB-4EF4-8CCF-EC2A47AB335D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D4B688-5E30-C837-D803-FFAB3F159E72}"/>
              </a:ext>
            </a:extLst>
          </p:cNvPr>
          <p:cNvGrpSpPr/>
          <p:nvPr userDrawn="1"/>
        </p:nvGrpSpPr>
        <p:grpSpPr>
          <a:xfrm>
            <a:off x="3308276" y="1980007"/>
            <a:ext cx="5595671" cy="3856881"/>
            <a:chOff x="3194473" y="1979629"/>
            <a:chExt cx="5796067" cy="37141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15E1984-FE9B-14DE-6BEF-2CC63B74ACA8}"/>
                </a:ext>
              </a:extLst>
            </p:cNvPr>
            <p:cNvCxnSpPr>
              <a:cxnSpLocks/>
            </p:cNvCxnSpPr>
            <p:nvPr/>
          </p:nvCxnSpPr>
          <p:spPr>
            <a:xfrm>
              <a:off x="3194473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BAFE795-0850-7B37-82B7-087B5CBA3740}"/>
                </a:ext>
              </a:extLst>
            </p:cNvPr>
            <p:cNvCxnSpPr>
              <a:cxnSpLocks/>
            </p:cNvCxnSpPr>
            <p:nvPr/>
          </p:nvCxnSpPr>
          <p:spPr>
            <a:xfrm>
              <a:off x="610357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9171BF-1FB1-5225-DD35-BC2E8F91D28F}"/>
                </a:ext>
              </a:extLst>
            </p:cNvPr>
            <p:cNvCxnSpPr>
              <a:cxnSpLocks/>
            </p:cNvCxnSpPr>
            <p:nvPr/>
          </p:nvCxnSpPr>
          <p:spPr>
            <a:xfrm>
              <a:off x="8990540" y="1979629"/>
              <a:ext cx="0" cy="371416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177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F6F5BB-7B95-7A64-7C03-40769C2325B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972754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4E422F0C-EFCE-3F9D-20E1-6116E59BFB1E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583622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125B8882-4F3E-1100-DA5C-0974F3D609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0662" y="3002870"/>
            <a:ext cx="228600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accent6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1FFE5FBF-96D0-B3BE-DAB3-6A9436DCCE0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0662" y="3797078"/>
            <a:ext cx="2286000" cy="2032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>
                <a:solidFill>
                  <a:schemeClr val="tx1"/>
                </a:solidFill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9FCA94-895A-B774-1F9D-7EB57C1D6323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19299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+ circle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337202D7-3484-7116-1949-B52573DBB48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26904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2655083F-BFD3-6B5A-277A-9D5B0361211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58759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EA2D67F-C91D-B705-DA2B-E05F6F7490B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92742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728293-9813-258F-553B-C282060C0D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2631859"/>
            <a:ext cx="2536459" cy="1057578"/>
          </a:xfrm>
          <a:solidFill>
            <a:schemeClr val="accent6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652D1336-5902-3CC0-6CFF-493CC621FF6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072601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14BCBEFC-892E-D958-E337-B1D1B39A2C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4456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907F5581-848B-BB57-24F3-8B2A0C1D3F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38439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84BC883-75FB-AD39-C777-DAA0C8940BD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88154" y="2261114"/>
            <a:ext cx="642937" cy="642938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tIns="0" bIns="274320"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boxes + circles with icons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2457" y="3934673"/>
            <a:ext cx="2492099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6587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8598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4449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36B56D-E73E-4549-8669-AD073E6C135B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8D88DD19-8C19-527D-3173-8B2B909D686E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1586585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8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0" name="Picture Placeholder 49">
            <a:extLst>
              <a:ext uri="{FF2B5EF4-FFF2-40B4-BE49-F238E27FC236}">
                <a16:creationId xmlns:a16="http://schemas.microsoft.com/office/drawing/2014/main" id="{06918ECE-9808-CE13-4F2D-5270B03DD44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4436870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2" name="Picture Placeholder 49">
            <a:extLst>
              <a:ext uri="{FF2B5EF4-FFF2-40B4-BE49-F238E27FC236}">
                <a16:creationId xmlns:a16="http://schemas.microsoft.com/office/drawing/2014/main" id="{7395BF2D-3E02-669C-2131-0BBD2119C0EE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7302887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4" name="Picture Placeholder 49">
            <a:extLst>
              <a:ext uri="{FF2B5EF4-FFF2-40B4-BE49-F238E27FC236}">
                <a16:creationId xmlns:a16="http://schemas.microsoft.com/office/drawing/2014/main" id="{9BB70CC7-65FD-F58F-96D7-D6471D84E9E5}"/>
              </a:ext>
            </a:extLst>
          </p:cNvPr>
          <p:cNvSpPr>
            <a:spLocks noGrp="1" noChangeAspect="1"/>
          </p:cNvSpPr>
          <p:nvPr>
            <p:ph type="pic" sz="quarter" idx="60" hasCustomPrompt="1"/>
          </p:nvPr>
        </p:nvSpPr>
        <p:spPr>
          <a:xfrm>
            <a:off x="10171032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274320" anchor="ctr" anchorCtr="0">
            <a:noAutofit/>
          </a:bodyPr>
          <a:lstStyle>
            <a:lvl1pPr algn="ctr">
              <a:lnSpc>
                <a:spcPct val="100000"/>
              </a:lnSpc>
              <a:defRPr lang="en-US" sz="700" b="0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21AC68-3667-71AF-F68F-25FC0A0F9822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92780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C190-B5C9-47FA-10C6-07F337F15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5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944A30D-2044-A849-808A-30EB8C0A3D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A5254C-65E5-A241-9FAB-78AB621179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233467-277A-554F-B4E3-8C0EA14B90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74E693F-E035-4E4C-962E-AFCF3C0CD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2DABD545-C34D-584B-99D7-D43B9E30274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3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DDB021E-4B46-334D-B0F3-FF34632F58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67A86AD-87F6-B94C-AAC1-33B1E46F2A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952BDE5-E6FC-C944-BBD9-066D6D611D1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8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D90A936-F1A5-214C-81E0-2ADED4662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17CFD62-2C53-D040-81ED-81883ACEC8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C5999DBE-31CD-3E4A-8E41-8CB7A79C511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2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6032FB1D-C194-E143-B857-24789F9521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1479EC3-8A55-EF41-8FA7-17E0062038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75E281BA-D0B1-F044-BA13-37D53776632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2593975"/>
            <a:ext cx="1600617" cy="1600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74B6D29B-D885-7040-97B3-AD86B0B031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4349750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DEE0884A-5AE0-9F49-B2E9-B9D7EAB2D2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4516148"/>
            <a:ext cx="1600617" cy="1538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5" name="Date Placeholder 18">
            <a:extLst>
              <a:ext uri="{FF2B5EF4-FFF2-40B4-BE49-F238E27FC236}">
                <a16:creationId xmlns:a16="http://schemas.microsoft.com/office/drawing/2014/main" id="{084A004B-5886-8340-B002-FC3D82E3C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A798DB-5B53-42B9-BABD-F09076A936BC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9">
            <a:extLst>
              <a:ext uri="{FF2B5EF4-FFF2-40B4-BE49-F238E27FC236}">
                <a16:creationId xmlns:a16="http://schemas.microsoft.com/office/drawing/2014/main" id="{CBF197E8-1900-1548-A0B5-F735F91D8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4" name="Slide Number Placeholder 20">
            <a:extLst>
              <a:ext uri="{FF2B5EF4-FFF2-40B4-BE49-F238E27FC236}">
                <a16:creationId xmlns:a16="http://schemas.microsoft.com/office/drawing/2014/main" id="{A079C675-3CEF-F544-89F7-C5F882BE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10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22122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212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212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01787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0178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178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81451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1452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1452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61115" y="1662113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11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11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22123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2291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2212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301788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3374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178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81452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83832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81452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0061115" y="3994150"/>
            <a:ext cx="1600617" cy="16002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64291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611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1" name="Date Placeholder 33">
            <a:extLst>
              <a:ext uri="{FF2B5EF4-FFF2-40B4-BE49-F238E27FC236}">
                <a16:creationId xmlns:a16="http://schemas.microsoft.com/office/drawing/2014/main" id="{67E761B3-68F1-1441-AB68-94319C540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509813C-DE9A-4371-A92B-3A8C1F3C1888}" type="datetime3">
              <a:rPr lang="en-US" smtClean="0"/>
              <a:t>31 March 2026</a:t>
            </a:fld>
            <a:endParaRPr lang="en-US"/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7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454-0310-DEE5-31C7-6734F2354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12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B090795-CF1C-0F4A-98A1-07B20F920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8D6EDE-133D-BF4C-ADCF-BDE908D8C2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458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43F11-B6EE-FD47-8F9A-9E806FC057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458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5733FC-9D90-3A4D-987E-D546402A57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8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C4D3852B-6D10-1E4C-BEE6-EAAE7AA5713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366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46DC48B-7BAA-D14A-8C1C-A485D06554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366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A14AD23-0C8C-AD40-8970-D764AD456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366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4BC8EA1-B49E-F443-B9BC-B5EE2BDF8F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46214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8771A45-1D33-664D-AEC4-8264DE9ED1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6215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502DC39-836C-8448-BDD3-E0F72147D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6215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DF9626B2-1C0E-9347-9E95-CCFA46D80E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58952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B22B87F2-FF41-F147-8F75-40224BE230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58953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2E77E212-EABF-7C48-A50F-71DCCA4FD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8953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769E0E-43DB-B942-94A1-DF4B9E41B8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539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3F6500DD-E646-CB4C-AAC9-09228094E9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3937" y="3338482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70E3427-442D-8241-922A-798DC3805D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937" y="3511246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A5E7FC2D-F04B-CA44-8D49-9199673FB9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2458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040FF23-6F81-C548-8DD7-99326E441B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458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299F0A2-BC7F-8C4D-9DEC-C866B4E3AC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2458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EF93156C-780A-4344-8CCB-92A44DFA5C6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4366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2">
            <a:extLst>
              <a:ext uri="{FF2B5EF4-FFF2-40B4-BE49-F238E27FC236}">
                <a16:creationId xmlns:a16="http://schemas.microsoft.com/office/drawing/2014/main" id="{642F354E-1DF3-3D49-B35F-1FEFBFC44E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437446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3">
            <a:extLst>
              <a:ext uri="{FF2B5EF4-FFF2-40B4-BE49-F238E27FC236}">
                <a16:creationId xmlns:a16="http://schemas.microsoft.com/office/drawing/2014/main" id="{198F4741-5459-714B-A67E-F05FDD1C303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4366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9850B3A4-BEB5-914D-9E29-5541AFF2C7F5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346215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B37A47E2-D8C5-CE44-9F3E-90D74462C61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47801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20DD7057-BB3F-034A-B6C8-8BB91A7DC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6215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28C61416-CCEB-8D4B-A80F-2900B5D57F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58953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605A5D19-741C-6D46-8D9C-AD40D4513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61333" y="567206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4A0858AF-A93F-C345-832C-5DCF9542C8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58953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C756789D-9274-1B45-BB84-9452FA9CCAB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1539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09811651-4B31-B740-BE67-D9D6934FFA7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571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BFBE019-84D6-9340-8BC7-341DAC618F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539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1" name="Date Placeholder 33">
            <a:extLst>
              <a:ext uri="{FF2B5EF4-FFF2-40B4-BE49-F238E27FC236}">
                <a16:creationId xmlns:a16="http://schemas.microsoft.com/office/drawing/2014/main" id="{67E761B3-68F1-1441-AB68-94319C540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E5C1D0A-9D16-4B65-9A85-242C62CB4F76}" type="datetime3">
              <a:rPr lang="en-US" smtClean="0"/>
              <a:t>31 March 2026</a:t>
            </a:fld>
            <a:endParaRPr lang="en-US"/>
          </a:p>
        </p:txBody>
      </p:sp>
      <p:sp>
        <p:nvSpPr>
          <p:cNvPr id="39" name="Footer Placeholder 34">
            <a:extLst>
              <a:ext uri="{FF2B5EF4-FFF2-40B4-BE49-F238E27FC236}">
                <a16:creationId xmlns:a16="http://schemas.microsoft.com/office/drawing/2014/main" id="{58CC1679-E6A1-FF48-8884-C557A2866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40" name="Slide Number Placeholder 35">
            <a:extLst>
              <a:ext uri="{FF2B5EF4-FFF2-40B4-BE49-F238E27FC236}">
                <a16:creationId xmlns:a16="http://schemas.microsoft.com/office/drawing/2014/main" id="{7BDF5D61-8DA9-3B47-ACAE-55FC0F622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F589A48-C3DC-924E-9308-89F5E6ACBAEB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0055837" y="1662113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B2BA0DD-3377-960E-0182-0505445CDAB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055837" y="3338482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5348C2B-533E-8F16-A43D-3182BDCEBC0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55837" y="3511246"/>
            <a:ext cx="1600617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20B4052F-2F5F-6990-9EBD-29C456D3A23A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055837" y="3994150"/>
            <a:ext cx="1600617" cy="1600200"/>
          </a:xfrm>
          <a:prstGeom prst="rect">
            <a:avLst/>
          </a:prstGeom>
          <a:noFill/>
        </p:spPr>
        <p:txBody>
          <a:bodyPr bIns="82296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D0189C1C-F1D6-5954-3B6A-5E7E063C64C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59013" y="5672068"/>
            <a:ext cx="1597441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4328FEB9-5888-93EF-4022-CDF87BC5CC7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55837" y="5844928"/>
            <a:ext cx="1600617" cy="1538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</p:spTree>
    <p:extLst>
      <p:ext uri="{BB962C8B-B14F-4D97-AF65-F5344CB8AC3E}">
        <p14:creationId xmlns:p14="http://schemas.microsoft.com/office/powerpoint/2010/main" val="62918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63812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070EE2F-A61D-A346-A1AD-48B6992361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6381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804C9E-22F2-414C-8595-DD8A7D3462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6381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794086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FA1F4B3-C6A9-3846-8FDC-1D9CD8D055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086" y="3253865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CBD34077-F668-0349-BB4C-1EF3B85C2B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086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24359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E16230B-6C8D-A747-933D-DA2F0CC9F2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24360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DBFACE1-B1EE-1E4B-85A1-B0CF039CB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24360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054633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361BEE2D-C1E5-9848-98A8-E0AF589931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54633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351946E-8582-E342-AC35-72E76B072D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54633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684907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2B89CEDD-FF0E-464D-8925-C479A3F41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84907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D45A73E-D755-104C-80AB-14FD871AFD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84907" y="3436719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315181" y="1798419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498C0996-AEBD-834F-8C1E-5C244D3E33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15181" y="3260443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37A42628-268F-7245-B03E-7273E573E2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15181" y="3436719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6" name="Picture Placeholder 24">
            <a:extLst>
              <a:ext uri="{FF2B5EF4-FFF2-40B4-BE49-F238E27FC236}">
                <a16:creationId xmlns:a16="http://schemas.microsoft.com/office/drawing/2014/main" id="{F2A89884-3199-424B-8EFE-0B742967A16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3539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99FE149C-EE6E-B146-9126-527F7A6E1C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3539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11B5BDA2-9E8E-A54A-8271-EB13DB66A8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3539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9" name="Picture Placeholder 27">
            <a:extLst>
              <a:ext uri="{FF2B5EF4-FFF2-40B4-BE49-F238E27FC236}">
                <a16:creationId xmlns:a16="http://schemas.microsoft.com/office/drawing/2014/main" id="{0E65F18E-24FA-9A4D-9BA3-FDF674C6207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163812" y="4049716"/>
            <a:ext cx="1346551" cy="1346200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28">
            <a:extLst>
              <a:ext uri="{FF2B5EF4-FFF2-40B4-BE49-F238E27FC236}">
                <a16:creationId xmlns:a16="http://schemas.microsoft.com/office/drawing/2014/main" id="{20A1ADF0-62A7-274C-A1F6-322CF48B04C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63812" y="5511106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D27F5E24-398B-2E46-9ACA-325D250B1D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381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65" name="Picture Placeholder 30">
            <a:extLst>
              <a:ext uri="{FF2B5EF4-FFF2-40B4-BE49-F238E27FC236}">
                <a16:creationId xmlns:a16="http://schemas.microsoft.com/office/drawing/2014/main" id="{B59CCF85-5C43-934B-BEA3-833A6B771C2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794086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3" name="Text Placeholder 31">
            <a:extLst>
              <a:ext uri="{FF2B5EF4-FFF2-40B4-BE49-F238E27FC236}">
                <a16:creationId xmlns:a16="http://schemas.microsoft.com/office/drawing/2014/main" id="{16882A08-DBAF-2345-AE9C-8F7B6F6BA8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4086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C2690339-9139-544B-A30E-035B02DAEB4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94086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7" name="Picture Placeholder 33">
            <a:extLst>
              <a:ext uri="{FF2B5EF4-FFF2-40B4-BE49-F238E27FC236}">
                <a16:creationId xmlns:a16="http://schemas.microsoft.com/office/drawing/2014/main" id="{C4597007-754F-084D-B58B-B49AA63B5C7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424360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4">
            <a:extLst>
              <a:ext uri="{FF2B5EF4-FFF2-40B4-BE49-F238E27FC236}">
                <a16:creationId xmlns:a16="http://schemas.microsoft.com/office/drawing/2014/main" id="{B8D33AAF-B52A-DF4C-97C5-9B314A17C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4360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5">
            <a:extLst>
              <a:ext uri="{FF2B5EF4-FFF2-40B4-BE49-F238E27FC236}">
                <a16:creationId xmlns:a16="http://schemas.microsoft.com/office/drawing/2014/main" id="{D0355B35-8985-084A-BBF4-7330CA6A659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4359" y="5683000"/>
            <a:ext cx="1346551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3" name="Picture Placeholder 36">
            <a:extLst>
              <a:ext uri="{FF2B5EF4-FFF2-40B4-BE49-F238E27FC236}">
                <a16:creationId xmlns:a16="http://schemas.microsoft.com/office/drawing/2014/main" id="{CF226C3F-F4D7-DD4A-9708-694691D4D9E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054633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515C93A5-5B65-B444-8884-6576728F26D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54633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38">
            <a:extLst>
              <a:ext uri="{FF2B5EF4-FFF2-40B4-BE49-F238E27FC236}">
                <a16:creationId xmlns:a16="http://schemas.microsoft.com/office/drawing/2014/main" id="{3B35359D-3436-F145-B61C-98ED2FF7C90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54633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02" name="Picture Placeholder 39">
            <a:extLst>
              <a:ext uri="{FF2B5EF4-FFF2-40B4-BE49-F238E27FC236}">
                <a16:creationId xmlns:a16="http://schemas.microsoft.com/office/drawing/2014/main" id="{4BE1AA30-6A6E-8B43-9AF5-6A8F53207ED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684907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4" name="Text Placeholder 40">
            <a:extLst>
              <a:ext uri="{FF2B5EF4-FFF2-40B4-BE49-F238E27FC236}">
                <a16:creationId xmlns:a16="http://schemas.microsoft.com/office/drawing/2014/main" id="{19AA4270-8849-9042-8DCF-C644856F069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84907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8" name="Text Placeholder 41">
            <a:extLst>
              <a:ext uri="{FF2B5EF4-FFF2-40B4-BE49-F238E27FC236}">
                <a16:creationId xmlns:a16="http://schemas.microsoft.com/office/drawing/2014/main" id="{4CB5D492-1596-2D4C-8DDE-D62789DC5E3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684907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2" name="Picture Placeholder 42">
            <a:extLst>
              <a:ext uri="{FF2B5EF4-FFF2-40B4-BE49-F238E27FC236}">
                <a16:creationId xmlns:a16="http://schemas.microsoft.com/office/drawing/2014/main" id="{3F86164D-94FD-D944-9186-025601AF16B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315181" y="4049716"/>
            <a:ext cx="1344518" cy="1344168"/>
          </a:xfrm>
          <a:prstGeom prst="rect">
            <a:avLst/>
          </a:prstGeom>
          <a:noFill/>
        </p:spPr>
        <p:txBody>
          <a:bodyPr bIns="73152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16" name="Text Placeholder 43">
            <a:extLst>
              <a:ext uri="{FF2B5EF4-FFF2-40B4-BE49-F238E27FC236}">
                <a16:creationId xmlns:a16="http://schemas.microsoft.com/office/drawing/2014/main" id="{8F28A28C-604C-3F40-BC91-0472E855AC6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15181" y="5511106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0" name="Text Placeholder 44">
            <a:extLst>
              <a:ext uri="{FF2B5EF4-FFF2-40B4-BE49-F238E27FC236}">
                <a16:creationId xmlns:a16="http://schemas.microsoft.com/office/drawing/2014/main" id="{5C4484D7-BEC0-1142-A030-73C74DD1B04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15181" y="5683000"/>
            <a:ext cx="1344518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Date Placeholder 45">
            <a:extLst>
              <a:ext uri="{FF2B5EF4-FFF2-40B4-BE49-F238E27FC236}">
                <a16:creationId xmlns:a16="http://schemas.microsoft.com/office/drawing/2014/main" id="{44BE5F50-6076-6340-9DED-F04B828A1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87397F0-3703-45DF-9751-9B0CDFD126F4}" type="datetime3">
              <a:rPr lang="en-US" smtClean="0"/>
              <a:t>31 March 2026</a:t>
            </a:fld>
            <a:endParaRPr lang="en-US"/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3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CED-ABFF-E9F1-2BA9-9C5718D0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16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C0B9DCD-5774-B444-A489-F6E33A8BB2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63610E1-2C9A-214B-940F-0986F9409B2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33539" y="2029377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922DF5-67A7-1548-BF34-68B963F719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539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BB97FE2-3B0D-7149-B0BB-4C67351BE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539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508CCE7-7D0F-E341-853D-49324AB9AAB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952710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7A1C803-BB16-CD47-ACDA-2AD15439430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371881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BC7661D0-8A97-5C49-92C8-B6635FA517F3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4791052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FCE6A3EB-E7EB-E840-AB9A-009889F913F3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10223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96BC1F6-C55D-5245-AD9D-4C11FDD3FE9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762939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Picture Placeholder 21">
            <a:extLst>
              <a:ext uri="{FF2B5EF4-FFF2-40B4-BE49-F238E27FC236}">
                <a16:creationId xmlns:a16="http://schemas.microsoft.com/office/drawing/2014/main" id="{1E9534F7-2DB9-B741-B6FA-FB0233E0D88C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9048565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2" name="Date Placeholder 45">
            <a:extLst>
              <a:ext uri="{FF2B5EF4-FFF2-40B4-BE49-F238E27FC236}">
                <a16:creationId xmlns:a16="http://schemas.microsoft.com/office/drawing/2014/main" id="{44BE5F50-6076-6340-9DED-F04B828A1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45A50DF-9E26-42C2-9074-F9A8649DE228}" type="datetime3">
              <a:rPr lang="en-US" smtClean="0"/>
              <a:t>31 March 2026</a:t>
            </a:fld>
            <a:endParaRPr lang="en-US"/>
          </a:p>
        </p:txBody>
      </p:sp>
      <p:sp>
        <p:nvSpPr>
          <p:cNvPr id="50" name="Footer Placeholder 46">
            <a:extLst>
              <a:ext uri="{FF2B5EF4-FFF2-40B4-BE49-F238E27FC236}">
                <a16:creationId xmlns:a16="http://schemas.microsoft.com/office/drawing/2014/main" id="{E5A028A9-CAA6-6A4C-B73E-D3E671FF7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7952EF8B-4D73-EB4C-9D8A-9A55D9C3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1D4425F1-3947-9688-343D-482840D861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467734" y="2029377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8CF8A6-32E5-C43B-08B3-00367805BA8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3284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B2A55ED-BA01-F8B5-7318-2D86BA29A8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93284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F9EA3E3-166D-2120-4EB3-75E9E72AB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59866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41B5EDB-70D1-27AF-4F59-01FDB57BF5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59866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17679BB-F1BD-CF38-5ABF-94BA185D57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8688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99F55A1-5744-3C70-96DF-49BEC9D9F4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8688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B4BE1D0-DA8F-1902-9105-2A6523FDCCC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84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9CFAD58-C447-3891-79AE-023CE2B0709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584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A2F6C1B-1590-FAA7-85E1-D8DF3F6EC7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99358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7E7FAE7-D169-E419-8577-93D747D45EB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99358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8A31712-27A3-8C82-D343-DA9787E3DD2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054085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CB8D6DE-A1FA-6C36-D579-571563C5BE3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054085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75028A4-1DDF-5775-0D53-ABA6AB5D725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453394" y="3356631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B0CFF4F-E7FE-F6D1-74FF-4205FBCB092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453394" y="353290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1397A0FB-2273-B90F-8D6A-D5998FFB640D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533539" y="4121413"/>
            <a:ext cx="1188720" cy="118841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813AFA07-23B2-A5B7-C160-801FD257C93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3539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4F96D1C-FEAC-D281-BC7D-2B31A8083EB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3539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61FD616B-A505-C15A-7084-13552B917148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952710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BD1315B3-FA96-C045-7DA6-53F806BD587F}"/>
              </a:ext>
            </a:extLst>
          </p:cNvPr>
          <p:cNvSpPr>
            <a:spLocks noGrp="1" noChangeAspect="1"/>
          </p:cNvSpPr>
          <p:nvPr>
            <p:ph type="pic" sz="quarter" idx="75" hasCustomPrompt="1"/>
          </p:nvPr>
        </p:nvSpPr>
        <p:spPr>
          <a:xfrm>
            <a:off x="3371881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7" name="Picture Placeholder 12">
            <a:extLst>
              <a:ext uri="{FF2B5EF4-FFF2-40B4-BE49-F238E27FC236}">
                <a16:creationId xmlns:a16="http://schemas.microsoft.com/office/drawing/2014/main" id="{E83B9443-E43A-A873-D114-AE85B8EF2EE8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4791052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E45CB82C-C5C4-1588-4D40-71E0D39FF50A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6210223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3" name="Picture Placeholder 18">
            <a:extLst>
              <a:ext uri="{FF2B5EF4-FFF2-40B4-BE49-F238E27FC236}">
                <a16:creationId xmlns:a16="http://schemas.microsoft.com/office/drawing/2014/main" id="{DEDE46E8-3BDD-7014-AC1C-DEA32674F8DF}"/>
              </a:ext>
            </a:extLst>
          </p:cNvPr>
          <p:cNvSpPr>
            <a:spLocks noGrp="1" noChangeAspect="1"/>
          </p:cNvSpPr>
          <p:nvPr>
            <p:ph type="pic" sz="quarter" idx="78" hasCustomPrompt="1"/>
          </p:nvPr>
        </p:nvSpPr>
        <p:spPr>
          <a:xfrm>
            <a:off x="762939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Picture Placeholder 21">
            <a:extLst>
              <a:ext uri="{FF2B5EF4-FFF2-40B4-BE49-F238E27FC236}">
                <a16:creationId xmlns:a16="http://schemas.microsoft.com/office/drawing/2014/main" id="{AA903DCB-BB6D-5A1D-DBCD-E715967C7F9E}"/>
              </a:ext>
            </a:extLst>
          </p:cNvPr>
          <p:cNvSpPr>
            <a:spLocks noGrp="1" noChangeAspect="1"/>
          </p:cNvSpPr>
          <p:nvPr>
            <p:ph type="pic" sz="quarter" idx="79" hasCustomPrompt="1"/>
          </p:nvPr>
        </p:nvSpPr>
        <p:spPr>
          <a:xfrm>
            <a:off x="9048565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6" name="Picture Placeholder 21">
            <a:extLst>
              <a:ext uri="{FF2B5EF4-FFF2-40B4-BE49-F238E27FC236}">
                <a16:creationId xmlns:a16="http://schemas.microsoft.com/office/drawing/2014/main" id="{AC3D3958-842B-B30C-1F63-D623591F7D6C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10467734" y="4121413"/>
            <a:ext cx="1188720" cy="118872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185AA623-674F-A973-6E18-2FFFFE0375A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93284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E2EBD53E-F3A3-DBAA-2F1A-5358B448A65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93284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CA1E84C5-21EB-CB3B-2366-924CF2418F6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59866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7A2BB77D-BE73-A95B-9A81-B0901ED51A7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359866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0E537FAA-2BFF-EC9F-5EC3-7D5C5546EC1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8688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9B7EC7B2-13EA-7269-0E64-1645E388968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78688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55D0AD31-CEB6-57EB-419E-3C4BF0F8AE4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1584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147589C2-3A4F-B54A-9CB3-E62CDE64182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1584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63408816-0EF0-A98E-B3FE-2A9C3089154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599358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6AD2BE2-E8BC-8BEC-F544-079D0CC90DB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599358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EFE37B27-BAD3-1165-BF9E-60DD2E04419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054085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AA58134C-CBB3-9E00-C5C2-6D243F7713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054085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ED0CB7B1-6B86-1413-DA04-636E452C026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453394" y="5448667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6F3B57D6-272F-FB23-D1D1-C68C2096E8B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453394" y="5624943"/>
            <a:ext cx="1188720" cy="13476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</p:spTree>
    <p:extLst>
      <p:ext uri="{BB962C8B-B14F-4D97-AF65-F5344CB8AC3E}">
        <p14:creationId xmlns:p14="http://schemas.microsoft.com/office/powerpoint/2010/main" val="48755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20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78B02572-80B5-2A40-A464-6313F7364735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3143608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3318348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3143608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3318348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3318348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2014812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314360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3318348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4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5120046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5300709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5120046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4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1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8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5300709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6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3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30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5300709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7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5" y="4015146"/>
            <a:ext cx="1029947" cy="1031000"/>
          </a:xfrm>
          <a:prstGeom prst="rect">
            <a:avLst/>
          </a:prstGeom>
          <a:noFill/>
        </p:spPr>
        <p:txBody>
          <a:bodyPr bIns="64008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5120046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5300709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fld id="{CE2EF367-B292-4BB4-ACD3-B00C3C3F304A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1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24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981996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991245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991245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3424764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43189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597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53542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61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68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2637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577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06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46045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966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49175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8227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637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8591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623183" y="1679581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27771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27335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28121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48366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81995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91245" y="4328121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91245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24763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30643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30769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853541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5937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59374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2636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98424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98486" y="44836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746044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51785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51720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18227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87967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87965" y="44836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0623182" y="3254338"/>
            <a:ext cx="1033272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628832" y="4328121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628893" y="44836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fld id="{790A745F-7B2B-482E-8A0A-70293ED23A59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2755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83100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981996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991245" y="592755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991245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424764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430643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30769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853542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5937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859374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6292637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298424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298486" y="6083100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7746045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751785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751720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8227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187967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187965" y="6083100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623183" y="4864483"/>
            <a:ext cx="1029947" cy="1005840"/>
          </a:xfrm>
          <a:prstGeom prst="rect">
            <a:avLst/>
          </a:prstGeom>
          <a:noFill/>
        </p:spPr>
        <p:txBody>
          <a:bodyPr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0628832" y="592755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0628893" y="6083100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2251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- Up t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2FD-8D54-3D4D-882D-0BAF07B84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Headshots – up to 30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749B1025-B730-4015-B2FE-E6F3A1940971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3354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8EF3BE0-4756-EF41-820F-212F77F873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2458" y="274114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CEAFB1-ADDD-1F45-8B90-FAFE4BEC62D4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542458" y="2890764"/>
            <a:ext cx="102102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4" name="Picture Placeholder 6">
            <a:extLst>
              <a:ext uri="{FF2B5EF4-FFF2-40B4-BE49-F238E27FC236}">
                <a16:creationId xmlns:a16="http://schemas.microsoft.com/office/drawing/2014/main" id="{AC7D3AE0-71A5-49E7-A888-B2EA429DBB19}"/>
              </a:ext>
            </a:extLst>
          </p:cNvPr>
          <p:cNvSpPr>
            <a:spLocks noGrp="1"/>
          </p:cNvSpPr>
          <p:nvPr>
            <p:ph type="pic" sz="quarter" idx="5" hasCustomPrompt="1"/>
          </p:nvPr>
        </p:nvSpPr>
        <p:spPr>
          <a:xfrm>
            <a:off x="165556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3AC012-39E5-EF4E-BD0C-4F5D6CBFEADE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1664816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04B007F-A5E7-0949-A9BC-E8F139D45E38}"/>
              </a:ext>
            </a:extLst>
          </p:cNvPr>
          <p:cNvSpPr>
            <a:spLocks noGrp="1"/>
          </p:cNvSpPr>
          <p:nvPr>
            <p:ph type="body" sz="quarter" idx="7" hasCustomPrompt="1"/>
          </p:nvPr>
        </p:nvSpPr>
        <p:spPr>
          <a:xfrm>
            <a:off x="1664816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76" name="Picture Placeholder 9">
            <a:extLst>
              <a:ext uri="{FF2B5EF4-FFF2-40B4-BE49-F238E27FC236}">
                <a16:creationId xmlns:a16="http://schemas.microsoft.com/office/drawing/2014/main" id="{E4C881EB-0078-42CE-B709-06C8435799A0}"/>
              </a:ext>
            </a:extLst>
          </p:cNvPr>
          <p:cNvSpPr>
            <a:spLocks noGrp="1"/>
          </p:cNvSpPr>
          <p:nvPr>
            <p:ph type="pic" sz="quarter" idx="8" hasCustomPrompt="1"/>
          </p:nvPr>
        </p:nvSpPr>
        <p:spPr>
          <a:xfrm>
            <a:off x="2777594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5D1D06-4F2D-BC4B-96E4-3450B34DC21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2784722" y="2741144"/>
            <a:ext cx="1019440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F0DE310-1639-2248-880E-3A14FB0CED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8808" y="289076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78" name="Picture Placeholder 12">
            <a:extLst>
              <a:ext uri="{FF2B5EF4-FFF2-40B4-BE49-F238E27FC236}">
                <a16:creationId xmlns:a16="http://schemas.microsoft.com/office/drawing/2014/main" id="{AE492F63-6542-4D0B-88FE-694B4E432F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9621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F08EEAE-17B1-5547-99C5-42572772A2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227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29F5719-8CD4-6F44-9FAD-89EC324C47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34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0" name="Picture Placeholder 15">
            <a:extLst>
              <a:ext uri="{FF2B5EF4-FFF2-40B4-BE49-F238E27FC236}">
                <a16:creationId xmlns:a16="http://schemas.microsoft.com/office/drawing/2014/main" id="{01671AFD-E8F7-4C51-9107-C5D8593804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1648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8722A0D-E53E-6647-A803-E3DD7AF907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478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EF502C1F-555C-F541-9D1E-792BF43C1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076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2" name="Picture Placeholder 18">
            <a:extLst>
              <a:ext uri="{FF2B5EF4-FFF2-40B4-BE49-F238E27FC236}">
                <a16:creationId xmlns:a16="http://schemas.microsoft.com/office/drawing/2014/main" id="{C34A2E17-4423-4EEB-9F78-CA495416C9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43676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98AB1E4-A06F-E742-B405-340EF4698A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29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1FB33549-9554-2A4C-AAF9-49F94D1E54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6806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4" name="Picture Placeholder 21">
            <a:extLst>
              <a:ext uri="{FF2B5EF4-FFF2-40B4-BE49-F238E27FC236}">
                <a16:creationId xmlns:a16="http://schemas.microsoft.com/office/drawing/2014/main" id="{21CA9357-4B3D-4FAB-8F0E-88B3B140A6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265703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AD65AA34-D580-2244-B02A-493A1DE05A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980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D3D4987E-2A3F-0042-A688-243F1B0AE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9344" y="2890764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6" name="Picture Placeholder 24">
            <a:extLst>
              <a:ext uri="{FF2B5EF4-FFF2-40B4-BE49-F238E27FC236}">
                <a16:creationId xmlns:a16="http://schemas.microsoft.com/office/drawing/2014/main" id="{7FCC50B2-15FE-46CE-AD14-DE5B6AAAFBF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87730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3693D354-0B74-2E41-83FB-52557CA09D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2318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04377E61-84F3-C64C-9007-D2C822AAB3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9188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88" name="Picture Placeholder 27">
            <a:extLst>
              <a:ext uri="{FF2B5EF4-FFF2-40B4-BE49-F238E27FC236}">
                <a16:creationId xmlns:a16="http://schemas.microsoft.com/office/drawing/2014/main" id="{305CC6DA-A1CD-495C-ADFC-C16B4826D3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09757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11500CF2-EDEC-964B-8AC6-C04FF4BBD9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829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4D98955F-4393-C74B-8823-8A7DC9A26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14612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89" name="Picture Placeholder 30">
            <a:extLst>
              <a:ext uri="{FF2B5EF4-FFF2-40B4-BE49-F238E27FC236}">
                <a16:creationId xmlns:a16="http://schemas.microsoft.com/office/drawing/2014/main" id="{CA38E8C6-61C7-47E6-88B0-5ECE3EF79CD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631785" y="1679581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3D7CBDD-52E8-2947-8A55-1930B5D4ED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37337" y="274114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A5CF3525-6ECA-F04E-9C5C-523C017231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37337" y="289076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9" name="Picture Placeholder 33">
            <a:extLst>
              <a:ext uri="{FF2B5EF4-FFF2-40B4-BE49-F238E27FC236}">
                <a16:creationId xmlns:a16="http://schemas.microsoft.com/office/drawing/2014/main" id="{D8E8B2F0-3427-4249-92A8-BC10BF2C0DA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353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67" name="Text Placeholder 34">
            <a:extLst>
              <a:ext uri="{FF2B5EF4-FFF2-40B4-BE49-F238E27FC236}">
                <a16:creationId xmlns:a16="http://schemas.microsoft.com/office/drawing/2014/main" id="{5D488343-1C9B-8846-864D-B5D2F55504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2458" y="4351574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75" name="Text Placeholder 35">
            <a:extLst>
              <a:ext uri="{FF2B5EF4-FFF2-40B4-BE49-F238E27FC236}">
                <a16:creationId xmlns:a16="http://schemas.microsoft.com/office/drawing/2014/main" id="{5B3581A1-098D-2644-BAC1-0EB031DCE2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458" y="4507117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0" name="Picture Placeholder 36">
            <a:extLst>
              <a:ext uri="{FF2B5EF4-FFF2-40B4-BE49-F238E27FC236}">
                <a16:creationId xmlns:a16="http://schemas.microsoft.com/office/drawing/2014/main" id="{FD0DE7C5-E7E1-4D77-8DE1-C3CAFF78A34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5556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79" name="Text Placeholder 37">
            <a:extLst>
              <a:ext uri="{FF2B5EF4-FFF2-40B4-BE49-F238E27FC236}">
                <a16:creationId xmlns:a16="http://schemas.microsoft.com/office/drawing/2014/main" id="{B33A7E8C-A66B-E74A-953B-F286AD5446C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64816" y="4351574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1" name="Text Placeholder 38">
            <a:extLst>
              <a:ext uri="{FF2B5EF4-FFF2-40B4-BE49-F238E27FC236}">
                <a16:creationId xmlns:a16="http://schemas.microsoft.com/office/drawing/2014/main" id="{F9D81019-5E2D-A748-9B24-E2A7F1F743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64816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1" name="Picture Placeholder 39">
            <a:extLst>
              <a:ext uri="{FF2B5EF4-FFF2-40B4-BE49-F238E27FC236}">
                <a16:creationId xmlns:a16="http://schemas.microsoft.com/office/drawing/2014/main" id="{20A58B36-A69A-40E7-ADD3-4909472DD9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777593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4CC018BE-7641-0646-B57C-BC2AE363ED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473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87" name="Text Placeholder 41">
            <a:extLst>
              <a:ext uri="{FF2B5EF4-FFF2-40B4-BE49-F238E27FC236}">
                <a16:creationId xmlns:a16="http://schemas.microsoft.com/office/drawing/2014/main" id="{B0692339-316F-9A4B-9971-062A5301EC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83599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2" name="Picture Placeholder 42">
            <a:extLst>
              <a:ext uri="{FF2B5EF4-FFF2-40B4-BE49-F238E27FC236}">
                <a16:creationId xmlns:a16="http://schemas.microsoft.com/office/drawing/2014/main" id="{020CC3CF-67D8-4937-82F6-11286A74AB6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99620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08" name="Text Placeholder 43">
            <a:extLst>
              <a:ext uri="{FF2B5EF4-FFF2-40B4-BE49-F238E27FC236}">
                <a16:creationId xmlns:a16="http://schemas.microsoft.com/office/drawing/2014/main" id="{F2E79B80-B6F7-964E-BF89-9B351CA3A5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05454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12" name="Text Placeholder 44">
            <a:extLst>
              <a:ext uri="{FF2B5EF4-FFF2-40B4-BE49-F238E27FC236}">
                <a16:creationId xmlns:a16="http://schemas.microsoft.com/office/drawing/2014/main" id="{F018D580-A2E3-924D-8EED-2B8A99A742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0545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3" name="Picture Placeholder 45">
            <a:extLst>
              <a:ext uri="{FF2B5EF4-FFF2-40B4-BE49-F238E27FC236}">
                <a16:creationId xmlns:a16="http://schemas.microsoft.com/office/drawing/2014/main" id="{EDD9EC45-27D2-4B9B-9C75-652FE4BA215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021647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0" name="Text Placeholder 46">
            <a:extLst>
              <a:ext uri="{FF2B5EF4-FFF2-40B4-BE49-F238E27FC236}">
                <a16:creationId xmlns:a16="http://schemas.microsoft.com/office/drawing/2014/main" id="{1A62BD44-EEB9-7F49-9B7D-9479E19CFC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27435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24" name="Text Placeholder 47">
            <a:extLst>
              <a:ext uri="{FF2B5EF4-FFF2-40B4-BE49-F238E27FC236}">
                <a16:creationId xmlns:a16="http://schemas.microsoft.com/office/drawing/2014/main" id="{5249C6DD-3F23-104A-B449-50789EB136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7497" y="4507117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4" name="Picture Placeholder 48">
            <a:extLst>
              <a:ext uri="{FF2B5EF4-FFF2-40B4-BE49-F238E27FC236}">
                <a16:creationId xmlns:a16="http://schemas.microsoft.com/office/drawing/2014/main" id="{5AFFAB2C-92CF-49EE-8373-A236E316A2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43675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32" name="Text Placeholder 49">
            <a:extLst>
              <a:ext uri="{FF2B5EF4-FFF2-40B4-BE49-F238E27FC236}">
                <a16:creationId xmlns:a16="http://schemas.microsoft.com/office/drawing/2014/main" id="{1AC925DE-2FDE-644C-AF59-474516935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416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36" name="Text Placeholder 50">
            <a:extLst>
              <a:ext uri="{FF2B5EF4-FFF2-40B4-BE49-F238E27FC236}">
                <a16:creationId xmlns:a16="http://schemas.microsoft.com/office/drawing/2014/main" id="{D91302CC-55A1-9C41-A7B9-67674B810BC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49351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5" name="Picture Placeholder 51">
            <a:extLst>
              <a:ext uri="{FF2B5EF4-FFF2-40B4-BE49-F238E27FC236}">
                <a16:creationId xmlns:a16="http://schemas.microsoft.com/office/drawing/2014/main" id="{D3E8AD6B-347A-4B27-945E-B94043FB97E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65702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44" name="Text Placeholder 52">
            <a:extLst>
              <a:ext uri="{FF2B5EF4-FFF2-40B4-BE49-F238E27FC236}">
                <a16:creationId xmlns:a16="http://schemas.microsoft.com/office/drawing/2014/main" id="{A23D44C8-4B1E-E24B-8DCF-D96526CCF6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139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8" name="Text Placeholder 53">
            <a:extLst>
              <a:ext uri="{FF2B5EF4-FFF2-40B4-BE49-F238E27FC236}">
                <a16:creationId xmlns:a16="http://schemas.microsoft.com/office/drawing/2014/main" id="{E1D50DAE-A829-8D4D-AFCB-5CE06521A13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1395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6" name="Picture Placeholder 54">
            <a:extLst>
              <a:ext uri="{FF2B5EF4-FFF2-40B4-BE49-F238E27FC236}">
                <a16:creationId xmlns:a16="http://schemas.microsoft.com/office/drawing/2014/main" id="{EF08F3FA-A172-484A-B0CD-37129E97EF8F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387729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56" name="Text Placeholder 55">
            <a:extLst>
              <a:ext uri="{FF2B5EF4-FFF2-40B4-BE49-F238E27FC236}">
                <a16:creationId xmlns:a16="http://schemas.microsoft.com/office/drawing/2014/main" id="{01FD1131-5693-0D49-9013-E90201A1299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93379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60" name="Text Placeholder 56">
            <a:extLst>
              <a:ext uri="{FF2B5EF4-FFF2-40B4-BE49-F238E27FC236}">
                <a16:creationId xmlns:a16="http://schemas.microsoft.com/office/drawing/2014/main" id="{F461921F-1961-DC48-B41F-1EF39947A2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393440" y="4507117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7" name="Picture Placeholder 57">
            <a:extLst>
              <a:ext uri="{FF2B5EF4-FFF2-40B4-BE49-F238E27FC236}">
                <a16:creationId xmlns:a16="http://schemas.microsoft.com/office/drawing/2014/main" id="{3624940F-A7AD-4613-B22C-DC38FF709F99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509756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8" name="Text Placeholder 58">
            <a:extLst>
              <a:ext uri="{FF2B5EF4-FFF2-40B4-BE49-F238E27FC236}">
                <a16:creationId xmlns:a16="http://schemas.microsoft.com/office/drawing/2014/main" id="{63B389AB-56F9-D244-98EE-AC185A39DB5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515360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72" name="Text Placeholder 59">
            <a:extLst>
              <a:ext uri="{FF2B5EF4-FFF2-40B4-BE49-F238E27FC236}">
                <a16:creationId xmlns:a16="http://schemas.microsoft.com/office/drawing/2014/main" id="{37DF0B59-D77B-4C49-86A0-BDFBAAF1ABE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15293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98" name="Picture Placeholder 60">
            <a:extLst>
              <a:ext uri="{FF2B5EF4-FFF2-40B4-BE49-F238E27FC236}">
                <a16:creationId xmlns:a16="http://schemas.microsoft.com/office/drawing/2014/main" id="{CE84054F-B4A8-4445-9EAA-80858C421F5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631784" y="3277791"/>
            <a:ext cx="1033272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80" name="Text Placeholder 61">
            <a:extLst>
              <a:ext uri="{FF2B5EF4-FFF2-40B4-BE49-F238E27FC236}">
                <a16:creationId xmlns:a16="http://schemas.microsoft.com/office/drawing/2014/main" id="{F7B5C705-9535-E74A-8413-EF6BB7539C3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637337" y="4351574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8" name="Text Placeholder 62">
            <a:extLst>
              <a:ext uri="{FF2B5EF4-FFF2-40B4-BE49-F238E27FC236}">
                <a16:creationId xmlns:a16="http://schemas.microsoft.com/office/drawing/2014/main" id="{652329CC-C86A-F64B-B753-EC605EB071C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37337" y="4507117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F9F2B-CC6C-9D3F-2747-D4BF19A582E7}"/>
              </a:ext>
            </a:extLst>
          </p:cNvPr>
          <p:cNvSpPr>
            <a:spLocks noGrp="1"/>
          </p:cNvSpPr>
          <p:nvPr>
            <p:ph type="dt" sz="half" idx="62"/>
          </p:nvPr>
        </p:nvSpPr>
        <p:spPr>
          <a:noFill/>
        </p:spPr>
        <p:txBody>
          <a:bodyPr>
            <a:noAutofit/>
          </a:bodyPr>
          <a:lstStyle/>
          <a:p>
            <a:fld id="{96625C97-3E79-47D2-83A7-B89275D342D3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5E24A-825B-BA20-8933-782BD27BFAFC}"/>
              </a:ext>
            </a:extLst>
          </p:cNvPr>
          <p:cNvSpPr>
            <a:spLocks noGrp="1"/>
          </p:cNvSpPr>
          <p:nvPr>
            <p:ph type="ftr" sz="quarter" idx="63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E7EE-6911-FC7C-35B8-2043F40C561A}"/>
              </a:ext>
            </a:extLst>
          </p:cNvPr>
          <p:cNvSpPr>
            <a:spLocks noGrp="1"/>
          </p:cNvSpPr>
          <p:nvPr>
            <p:ph type="sldNum" sz="quarter" idx="64"/>
          </p:nvPr>
        </p:nvSpPr>
        <p:spPr>
          <a:noFill/>
        </p:spPr>
        <p:txBody>
          <a:bodyPr>
            <a:noAutofit/>
          </a:bodyPr>
          <a:lstStyle/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F41D7878-8723-1DAE-E07C-413B0E3F9CD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3354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F8707395-9612-4DD0-6BE2-66A33540632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2458" y="5943982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91DDB01F-D125-9A24-A865-43DA4979E1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42458" y="6099525"/>
            <a:ext cx="1021029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E39EB324-7757-1E1E-E23E-DCF4C3F333E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65556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B1B18D6E-3412-0713-D141-33F52580996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64816" y="5943982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6418F035-0E29-3103-7171-53C6DF5EC74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64816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C92F57C7-6F61-BFC9-379E-622CFAB3F8E4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2777594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20EDACDA-AEA6-FBE3-EAF8-94F016B68F3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83473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DDCA69C9-B196-AB1E-5A30-9D3520825A7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83599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0" name="Picture Placeholder 42">
            <a:extLst>
              <a:ext uri="{FF2B5EF4-FFF2-40B4-BE49-F238E27FC236}">
                <a16:creationId xmlns:a16="http://schemas.microsoft.com/office/drawing/2014/main" id="{B63777F4-516D-AB76-D090-4F3459E39ED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3899621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BFE3EB8B-617F-9091-1873-147F5622ACF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905454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3" name="Text Placeholder 44">
            <a:extLst>
              <a:ext uri="{FF2B5EF4-FFF2-40B4-BE49-F238E27FC236}">
                <a16:creationId xmlns:a16="http://schemas.microsoft.com/office/drawing/2014/main" id="{683A22C1-467E-AB6D-3953-8DFAF96028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90545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4" name="Picture Placeholder 45">
            <a:extLst>
              <a:ext uri="{FF2B5EF4-FFF2-40B4-BE49-F238E27FC236}">
                <a16:creationId xmlns:a16="http://schemas.microsoft.com/office/drawing/2014/main" id="{F37516B9-6F78-1EB4-6960-1B72CDA807A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021648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803B6579-59D0-0985-0B0D-8B7EC00F984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27435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28" name="Text Placeholder 47">
            <a:extLst>
              <a:ext uri="{FF2B5EF4-FFF2-40B4-BE49-F238E27FC236}">
                <a16:creationId xmlns:a16="http://schemas.microsoft.com/office/drawing/2014/main" id="{319481EE-8A02-29FC-54F1-94D40DE03ED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027497" y="6099525"/>
            <a:ext cx="102420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29" name="Picture Placeholder 48">
            <a:extLst>
              <a:ext uri="{FF2B5EF4-FFF2-40B4-BE49-F238E27FC236}">
                <a16:creationId xmlns:a16="http://schemas.microsoft.com/office/drawing/2014/main" id="{5D7A3062-9B59-8915-36FA-211E1FE9B99D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6143676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0" name="Text Placeholder 49">
            <a:extLst>
              <a:ext uri="{FF2B5EF4-FFF2-40B4-BE49-F238E27FC236}">
                <a16:creationId xmlns:a16="http://schemas.microsoft.com/office/drawing/2014/main" id="{78ED2E27-EA25-6133-56E3-014F0F15F21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149416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2" name="Text Placeholder 50">
            <a:extLst>
              <a:ext uri="{FF2B5EF4-FFF2-40B4-BE49-F238E27FC236}">
                <a16:creationId xmlns:a16="http://schemas.microsoft.com/office/drawing/2014/main" id="{4979941B-236A-6116-5582-9FF51C08EBB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149351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4" name="Picture Placeholder 51">
            <a:extLst>
              <a:ext uri="{FF2B5EF4-FFF2-40B4-BE49-F238E27FC236}">
                <a16:creationId xmlns:a16="http://schemas.microsoft.com/office/drawing/2014/main" id="{0112C561-5C62-B386-469A-BCBE6E56D72E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7265703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89E7801A-C362-8DA5-6D73-106EF460AED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27139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36" name="Text Placeholder 53">
            <a:extLst>
              <a:ext uri="{FF2B5EF4-FFF2-40B4-BE49-F238E27FC236}">
                <a16:creationId xmlns:a16="http://schemas.microsoft.com/office/drawing/2014/main" id="{574972F6-364A-3958-E1C4-BB7DF1276BF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271395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38" name="Picture Placeholder 54">
            <a:extLst>
              <a:ext uri="{FF2B5EF4-FFF2-40B4-BE49-F238E27FC236}">
                <a16:creationId xmlns:a16="http://schemas.microsoft.com/office/drawing/2014/main" id="{76C97810-A576-D88E-4DD3-3EBD4DE6A42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8387730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0" name="Text Placeholder 55">
            <a:extLst>
              <a:ext uri="{FF2B5EF4-FFF2-40B4-BE49-F238E27FC236}">
                <a16:creationId xmlns:a16="http://schemas.microsoft.com/office/drawing/2014/main" id="{1CA00D4B-6F8D-7D1E-7726-10A20A07FFA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93379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46DBF793-38AB-990A-1E15-6E7FA502C0D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93440" y="6099525"/>
            <a:ext cx="1024204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2" name="Picture Placeholder 57">
            <a:extLst>
              <a:ext uri="{FF2B5EF4-FFF2-40B4-BE49-F238E27FC236}">
                <a16:creationId xmlns:a16="http://schemas.microsoft.com/office/drawing/2014/main" id="{0F6455EF-0CE1-2370-C4E1-A59409835397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9509757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4" name="Text Placeholder 58">
            <a:extLst>
              <a:ext uri="{FF2B5EF4-FFF2-40B4-BE49-F238E27FC236}">
                <a16:creationId xmlns:a16="http://schemas.microsoft.com/office/drawing/2014/main" id="{4CD5CE1F-8124-5700-D0FA-3DC8E61619C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15360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46" name="Text Placeholder 59">
            <a:extLst>
              <a:ext uri="{FF2B5EF4-FFF2-40B4-BE49-F238E27FC236}">
                <a16:creationId xmlns:a16="http://schemas.microsoft.com/office/drawing/2014/main" id="{00DCFC32-34CC-A342-1461-5E37176DC35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515293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47" name="Picture Placeholder 60">
            <a:extLst>
              <a:ext uri="{FF2B5EF4-FFF2-40B4-BE49-F238E27FC236}">
                <a16:creationId xmlns:a16="http://schemas.microsoft.com/office/drawing/2014/main" id="{2F47573C-1828-EBB3-F36C-00F4F12F5196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0631785" y="4880908"/>
            <a:ext cx="1029947" cy="1005840"/>
          </a:xfrm>
          <a:prstGeom prst="rect">
            <a:avLst/>
          </a:prstGeom>
          <a:noFill/>
        </p:spPr>
        <p:txBody>
          <a:bodyPr tIns="0" bIns="54864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48" name="Text Placeholder 61">
            <a:extLst>
              <a:ext uri="{FF2B5EF4-FFF2-40B4-BE49-F238E27FC236}">
                <a16:creationId xmlns:a16="http://schemas.microsoft.com/office/drawing/2014/main" id="{3B837F64-6D5A-A780-06BB-764E5B07CC1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637337" y="5943982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First and Last Name</a:t>
            </a:r>
          </a:p>
        </p:txBody>
      </p:sp>
      <p:sp>
        <p:nvSpPr>
          <p:cNvPr id="50" name="Text Placeholder 62">
            <a:extLst>
              <a:ext uri="{FF2B5EF4-FFF2-40B4-BE49-F238E27FC236}">
                <a16:creationId xmlns:a16="http://schemas.microsoft.com/office/drawing/2014/main" id="{747AFC41-C326-C8EC-87C0-2368A1E8774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637337" y="6099525"/>
            <a:ext cx="1024395" cy="15388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Position / Title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E63076-4FFF-6E4A-2BA8-4276D428BCE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0" baseline="0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257090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58">
          <p15:clr>
            <a:srgbClr val="FBAE40"/>
          </p15:clr>
        </p15:guide>
        <p15:guide id="2" orient="horz" pos="1691">
          <p15:clr>
            <a:srgbClr val="FBAE40"/>
          </p15:clr>
        </p15:guide>
        <p15:guide id="5" orient="horz" pos="1726">
          <p15:clr>
            <a:srgbClr val="FBAE40"/>
          </p15:clr>
        </p15:guide>
        <p15:guide id="6" orient="horz" pos="1823">
          <p15:clr>
            <a:srgbClr val="FBAE40"/>
          </p15:clr>
        </p15:guide>
        <p15:guide id="8" orient="horz" pos="1820">
          <p15:clr>
            <a:srgbClr val="FBAE40"/>
          </p15:clr>
        </p15:guide>
        <p15:guide id="9" orient="horz" pos="1917">
          <p15:clr>
            <a:srgbClr val="FBAE40"/>
          </p15:clr>
        </p15:guide>
        <p15:guide id="11" orient="horz" pos="2098">
          <p15:clr>
            <a:srgbClr val="FBAE40"/>
          </p15:clr>
        </p15:guide>
        <p15:guide id="12" orient="horz" pos="2732">
          <p15:clr>
            <a:srgbClr val="FBAE40"/>
          </p15:clr>
        </p15:guide>
        <p15:guide id="14" orient="horz" pos="2774">
          <p15:clr>
            <a:srgbClr val="FBAE40"/>
          </p15:clr>
        </p15:guide>
        <p15:guide id="15" orient="horz" pos="2871">
          <p15:clr>
            <a:srgbClr val="FBAE40"/>
          </p15:clr>
        </p15:guide>
        <p15:guide id="17" orient="horz" pos="2872">
          <p15:clr>
            <a:srgbClr val="FBAE40"/>
          </p15:clr>
        </p15:guide>
        <p15:guide id="18" orient="horz" pos="2969">
          <p15:clr>
            <a:srgbClr val="FBAE40"/>
          </p15:clr>
        </p15:guide>
        <p15:guide id="19" orient="horz" pos="3114">
          <p15:clr>
            <a:srgbClr val="FBAE40"/>
          </p15:clr>
        </p15:guide>
        <p15:guide id="24" orient="horz" pos="3979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Saffr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ACF003-5DD2-668D-560D-904F0FC45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81" y="5301842"/>
            <a:ext cx="11563077" cy="1283501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D0F9FC47-295C-4D4A-9DD9-EE77C90B4A93}"/>
              </a:ext>
            </a:extLst>
          </p:cNvPr>
          <p:cNvSpPr txBox="1"/>
          <p:nvPr userDrawn="1"/>
        </p:nvSpPr>
        <p:spPr>
          <a:xfrm>
            <a:off x="8416763" y="272657"/>
            <a:ext cx="3465095" cy="1251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400" b="0" i="0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Calibri" panose="020F0502020204030204" pitchFamily="34" charset="0"/>
              </a:rPr>
              <a:t>gatesfoundation.org</a:t>
            </a:r>
          </a:p>
        </p:txBody>
      </p:sp>
    </p:spTree>
    <p:extLst>
      <p:ext uri="{BB962C8B-B14F-4D97-AF65-F5344CB8AC3E}">
        <p14:creationId xmlns:p14="http://schemas.microsoft.com/office/powerpoint/2010/main" val="34368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Sla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44ADC6-39E6-9329-5308-BCC228B2E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81" y="5301842"/>
            <a:ext cx="11562499" cy="1283501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0A845772-49A1-5BDE-695D-1B3A5FBFC363}"/>
              </a:ext>
            </a:extLst>
          </p:cNvPr>
          <p:cNvSpPr txBox="1"/>
          <p:nvPr userDrawn="1"/>
        </p:nvSpPr>
        <p:spPr>
          <a:xfrm>
            <a:off x="8416763" y="272657"/>
            <a:ext cx="3465095" cy="1251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1400" b="0" i="0">
                <a:solidFill>
                  <a:schemeClr val="bg1"/>
                </a:solidFill>
                <a:latin typeface="+mn-lt"/>
                <a:ea typeface="Noto Sans" panose="020B0502040504020204" pitchFamily="34" charset="0"/>
                <a:cs typeface="Calibri" panose="020F0502020204030204" pitchFamily="34" charset="0"/>
              </a:rPr>
              <a:t>gatesfoundation.org</a:t>
            </a:r>
          </a:p>
        </p:txBody>
      </p:sp>
    </p:spTree>
    <p:extLst>
      <p:ext uri="{BB962C8B-B14F-4D97-AF65-F5344CB8AC3E}">
        <p14:creationId xmlns:p14="http://schemas.microsoft.com/office/powerpoint/2010/main" val="167316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43953" y="526368"/>
            <a:ext cx="11117779" cy="43088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defRPr sz="2800" baseline="0"/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0C9ABB-408B-484A-B7FF-F98254127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6738" y="6577816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91B5380-50B1-40F5-8107-5172E3F00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C431097D-11CA-4639-A153-9E1849639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951" y="6586325"/>
            <a:ext cx="308610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1288E-2C54-4342-A6AC-C95121599217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4CDDFFB-D274-6844-8B51-1DF88BFB9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3951" y="6280268"/>
            <a:ext cx="11119274" cy="10772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08F691-DDC0-2445-B991-9BE7DE932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952" y="1021111"/>
            <a:ext cx="11117779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6">
                    <a:lumMod val="50000"/>
                    <a:lumOff val="50000"/>
                  </a:schemeClr>
                </a:solidFill>
              </a:defRPr>
            </a:lvl1pPr>
            <a:lvl2pPr marL="171450" indent="-171450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2900" indent="-171450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5938" indent="-173038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388" indent="-171450">
              <a:spcBef>
                <a:spcPts val="336"/>
              </a:spcBef>
              <a:defRPr baseline="0"/>
            </a:lvl5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33313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4209206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39072"/>
            <a:ext cx="11179053" cy="23160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i="1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408288" y="6577228"/>
            <a:ext cx="325501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pPr lvl="0" algn="r" rtl="0"/>
            <a:fld id="{4ABDCABE-3F10-B64C-92F1-862014417034}" type="slidenum">
              <a:rPr lang="en-US" sz="700" smtClean="0">
                <a:solidFill>
                  <a:schemeClr val="accent1"/>
                </a:solidFill>
              </a:rPr>
              <a:pPr lvl="0" algn="r" rtl="0"/>
              <a:t>‹#›</a:t>
            </a:fld>
            <a:endParaRPr lang="en-US" sz="700">
              <a:solidFill>
                <a:schemeClr val="accent1"/>
              </a:solidFill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6" y="628486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9" cy="13243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720715"/>
            <a:ext cx="11179053" cy="30284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sz="2800" b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73FDB32-A18B-537E-1C88-EDF8207E8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737" y="6586325"/>
            <a:ext cx="2743915" cy="107723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 rtl="0">
              <a:defRPr lang="en-US" sz="700" spc="20" baseline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85F9FE-FBF2-4FBE-9C07-BF8D14611879}" type="datetime3">
              <a:rPr lang="en-US" smtClean="0"/>
              <a:t>31 March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0793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tandard Slid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C699-CE20-7301-83C5-75C1BD964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US"/>
              <a:t>Standard slide — white background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63DE8A5-5065-5348-8E74-D19DA2456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i="1" baseline="0" dirty="0">
                <a:solidFill>
                  <a:schemeClr val="accent6"/>
                </a:solidFill>
              </a:defRPr>
            </a:lvl1pPr>
            <a:lvl2pPr marL="171501" indent="-171501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3003" indent="-171501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6093" indent="-173090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594" indent="-171501">
              <a:spcBef>
                <a:spcPts val="336"/>
              </a:spcBef>
              <a:defRPr baseline="0"/>
            </a:lvl5pPr>
          </a:lstStyle>
          <a:p>
            <a:pPr marL="285836" lvl="0" indent="-285836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159EF9C-36ED-A889-7626-0D4D99C9C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EB527CC-7CA3-46AB-881A-07B2C729A65C}" type="datetime3">
              <a:rPr lang="en-US" smtClean="0"/>
              <a:t>31 March 2026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E752873-8372-F8E2-E6AB-3BFBD9AF1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A4C5978-5AE6-3369-4873-556913514B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</p:spTree>
    <p:extLst>
      <p:ext uri="{BB962C8B-B14F-4D97-AF65-F5344CB8AC3E}">
        <p14:creationId xmlns:p14="http://schemas.microsoft.com/office/powerpoint/2010/main" val="212708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aphic and side-ba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71E-A526-070A-1A92-1A521EDB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Graphic and side-bar notes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20F573A-CB3B-724A-9918-D45D7C4943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C42C-42CF-8C57-7CCD-5F9BEDEC3F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924" y="1563624"/>
            <a:ext cx="2011680" cy="4569787"/>
          </a:xfrm>
          <a:noFill/>
        </p:spPr>
        <p:txBody>
          <a:bodyPr lIns="0" tIns="0" rIns="91440" bIns="91440">
            <a:noAutofit/>
          </a:bodyPr>
          <a:lstStyle>
            <a:lvl1pPr>
              <a:defRPr sz="1200"/>
            </a:lvl1pPr>
            <a:lvl2pPr marL="128016" indent="-128016">
              <a:defRPr sz="1200"/>
            </a:lvl2pPr>
            <a:lvl3pPr marL="292608" indent="-128016">
              <a:defRPr sz="1200"/>
            </a:lvl3pPr>
            <a:lvl4pPr marL="466344" indent="-128016">
              <a:defRPr sz="1200"/>
            </a:lvl4pPr>
            <a:lvl5pPr marL="694944" indent="-182880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AD13D59-6A1D-AA47-9A62-2A6117826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8486D59-9C0A-9543-9023-919609BFB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1CD3CA66-7606-4C45-AF29-00F281C6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7">
            <a:extLst>
              <a:ext uri="{FF2B5EF4-FFF2-40B4-BE49-F238E27FC236}">
                <a16:creationId xmlns:a16="http://schemas.microsoft.com/office/drawing/2014/main" id="{50A9930E-A238-0B4A-91FB-00A80931C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A67BAC0-F7F4-4DF3-9C0F-A90E3E7BCB44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3F41D-4718-6027-A1AD-1408FDC4DF3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93683" y="1563624"/>
            <a:ext cx="8869680" cy="4570476"/>
          </a:xfrm>
          <a:noFill/>
        </p:spPr>
        <p:txBody>
          <a:bodyPr tIns="1280160">
            <a:noAutofit/>
          </a:bodyPr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add image, graphic, or other content</a:t>
            </a:r>
          </a:p>
        </p:txBody>
      </p:sp>
    </p:spTree>
    <p:extLst>
      <p:ext uri="{BB962C8B-B14F-4D97-AF65-F5344CB8AC3E}">
        <p14:creationId xmlns:p14="http://schemas.microsoft.com/office/powerpoint/2010/main" val="382966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6" orient="horz" pos="752">
          <p15:clr>
            <a:srgbClr val="FBAE40"/>
          </p15:clr>
        </p15:guide>
        <p15:guide id="7" pos="1608">
          <p15:clr>
            <a:srgbClr val="FBAE40"/>
          </p15:clr>
        </p15:guide>
        <p15:guide id="8" pos="1752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es + Icons (categor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337202D7-3484-7116-1949-B52573DBB48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26904" y="2631859"/>
            <a:ext cx="2536459" cy="1057578"/>
          </a:xfrm>
          <a:solidFill>
            <a:schemeClr val="accent2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2655083F-BFD3-6B5A-277A-9D5B0361211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58759" y="2631859"/>
            <a:ext cx="2536459" cy="1057578"/>
          </a:xfrm>
          <a:solidFill>
            <a:schemeClr val="accent4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EA2D67F-C91D-B705-DA2B-E05F6F7490B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92742" y="2631859"/>
            <a:ext cx="2536459" cy="1057578"/>
          </a:xfrm>
          <a:solidFill>
            <a:schemeClr val="accent3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728293-9813-258F-553B-C282060C0D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2631859"/>
            <a:ext cx="2536459" cy="1057578"/>
          </a:xfrm>
          <a:solidFill>
            <a:schemeClr val="accent1"/>
          </a:solidFill>
        </p:spPr>
        <p:txBody>
          <a:bodyPr tIns="182880" anchor="ctr" anchorCtr="0">
            <a:noAutofit/>
          </a:bodyPr>
          <a:lstStyle>
            <a:lvl1pPr algn="ctr">
              <a:defRPr lang="en-US" sz="12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652D1336-5902-3CC0-6CFF-493CC621FF6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072601" y="2261114"/>
            <a:ext cx="642937" cy="64293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14BCBEFC-892E-D958-E337-B1D1B39A2C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204456" y="2261114"/>
            <a:ext cx="642937" cy="64293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907F5581-848B-BB57-24F3-8B2A0C1D3F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38439" y="2261114"/>
            <a:ext cx="642937" cy="642938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84BC883-75FB-AD39-C777-DAA0C8940BD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88154" y="2261114"/>
            <a:ext cx="642937" cy="64293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algn="ctr">
              <a:defRPr sz="2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4 boxes + icons (categorical)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2457" y="3934673"/>
            <a:ext cx="2492099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6587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4AEFC8D-E7FE-4CE7-ABA7-C78ABA72F5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8598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361766B-A83E-447B-BBAA-A5C399B29F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4449" y="3934673"/>
            <a:ext cx="2487816" cy="1648773"/>
          </a:xfrm>
          <a:prstGeom prst="rect">
            <a:avLst/>
          </a:prstGeom>
        </p:spPr>
        <p:txBody>
          <a:bodyPr vert="horz" lIns="137160" tIns="0" rIns="137160" bIns="0" rtlCol="0">
            <a:noAutofit/>
          </a:bodyPr>
          <a:lstStyle>
            <a:lvl1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49B415C3-9EEF-3E4A-B64B-2F9F142969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8EB0D50-8A16-4C99-8057-A68F053BA3FE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8D88DD19-8C19-527D-3173-8B2B909D686E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1586585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365760" anchor="ctr" anchorCtr="0">
            <a:noAutofit/>
          </a:bodyPr>
          <a:lstStyle>
            <a:lvl1pPr algn="ctr">
              <a:lnSpc>
                <a:spcPct val="100000"/>
              </a:lnSpc>
              <a:defRPr lang="en-US" sz="7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0" name="Picture Placeholder 49">
            <a:extLst>
              <a:ext uri="{FF2B5EF4-FFF2-40B4-BE49-F238E27FC236}">
                <a16:creationId xmlns:a16="http://schemas.microsoft.com/office/drawing/2014/main" id="{06918ECE-9808-CE13-4F2D-5270B03DD44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4436870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365760" anchor="ctr" anchorCtr="0">
            <a:noAutofit/>
          </a:bodyPr>
          <a:lstStyle>
            <a:lvl1pPr algn="ctr">
              <a:lnSpc>
                <a:spcPct val="100000"/>
              </a:lnSpc>
              <a:defRPr lang="en-US" sz="7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2" name="Picture Placeholder 49">
            <a:extLst>
              <a:ext uri="{FF2B5EF4-FFF2-40B4-BE49-F238E27FC236}">
                <a16:creationId xmlns:a16="http://schemas.microsoft.com/office/drawing/2014/main" id="{7395BF2D-3E02-669C-2131-0BBD2119C0EE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7302887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365760" anchor="ctr" anchorCtr="0">
            <a:noAutofit/>
          </a:bodyPr>
          <a:lstStyle>
            <a:lvl1pPr algn="ctr">
              <a:lnSpc>
                <a:spcPct val="100000"/>
              </a:lnSpc>
              <a:defRPr lang="en-US" sz="7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  <p:sp>
        <p:nvSpPr>
          <p:cNvPr id="34" name="Picture Placeholder 49">
            <a:extLst>
              <a:ext uri="{FF2B5EF4-FFF2-40B4-BE49-F238E27FC236}">
                <a16:creationId xmlns:a16="http://schemas.microsoft.com/office/drawing/2014/main" id="{9BB70CC7-65FD-F58F-96D7-D6471D84E9E5}"/>
              </a:ext>
            </a:extLst>
          </p:cNvPr>
          <p:cNvSpPr>
            <a:spLocks noGrp="1" noChangeAspect="1"/>
          </p:cNvSpPr>
          <p:nvPr>
            <p:ph type="pic" sz="quarter" idx="60" hasCustomPrompt="1"/>
          </p:nvPr>
        </p:nvSpPr>
        <p:spPr>
          <a:xfrm>
            <a:off x="10171032" y="2352554"/>
            <a:ext cx="457200" cy="457200"/>
          </a:xfrm>
          <a:prstGeom prst="ellipse">
            <a:avLst/>
          </a:prstGeom>
          <a:noFill/>
          <a:ln w="25400">
            <a:noFill/>
          </a:ln>
        </p:spPr>
        <p:txBody>
          <a:bodyPr tIns="0" bIns="365760" anchor="ctr" anchorCtr="0">
            <a:noAutofit/>
          </a:bodyPr>
          <a:lstStyle>
            <a:lvl1pPr algn="ctr">
              <a:lnSpc>
                <a:spcPct val="100000"/>
              </a:lnSpc>
              <a:defRPr lang="en-US" sz="700" b="1" kern="1200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ctr" defTabSz="91467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icon</a:t>
            </a:r>
          </a:p>
        </p:txBody>
      </p:sp>
    </p:spTree>
    <p:extLst>
      <p:ext uri="{BB962C8B-B14F-4D97-AF65-F5344CB8AC3E}">
        <p14:creationId xmlns:p14="http://schemas.microsoft.com/office/powerpoint/2010/main" val="184788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ics overview – cream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4BA780-7298-DA65-EB65-804DD3338EE6}"/>
              </a:ext>
            </a:extLst>
          </p:cNvPr>
          <p:cNvSpPr/>
          <p:nvPr userDrawn="1"/>
        </p:nvSpPr>
        <p:spPr>
          <a:xfrm>
            <a:off x="533539" y="1573067"/>
            <a:ext cx="11142158" cy="45610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2C85-4492-B1C5-2591-3209554B4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topics overview – cream background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3B39044-68AF-F44E-A8C0-7E5AF981D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702655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1CFE722-1A52-401A-B2D2-ECA66919D1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6775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58FF1DCF-1443-4B92-AF05-CAB34130F1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298" y="3002870"/>
            <a:ext cx="3291840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3B06592-D9C5-41F4-97A0-B95374E5FC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6775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7322069-1374-4AB8-AFDE-F383FB4989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53298" y="3797078"/>
            <a:ext cx="3291840" cy="2039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>
                <a:solidFill>
                  <a:schemeClr val="bg1"/>
                </a:solidFill>
              </a:defRPr>
            </a:lvl2pPr>
            <a:lvl3pPr marL="292696" indent="-128054">
              <a:defRPr sz="1200">
                <a:solidFill>
                  <a:schemeClr val="bg1"/>
                </a:solidFill>
              </a:defRPr>
            </a:lvl3pPr>
            <a:lvl4pPr marL="466484" indent="-128054">
              <a:defRPr sz="1200">
                <a:solidFill>
                  <a:schemeClr val="bg1"/>
                </a:solidFill>
              </a:defRPr>
            </a:lvl4pPr>
            <a:lvl5pPr marL="695152" indent="-182935"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49B415C3-9EEF-3E4A-B64B-2F9F142969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8" name="Date Placeholder 16">
            <a:extLst>
              <a:ext uri="{FF2B5EF4-FFF2-40B4-BE49-F238E27FC236}">
                <a16:creationId xmlns:a16="http://schemas.microsoft.com/office/drawing/2014/main" id="{811900A0-BA48-3F47-8BFE-52BDF49C5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4604859-A352-4FE4-9F25-B07937698CF9}" type="datetime3">
              <a:rPr lang="en-US" smtClean="0"/>
              <a:t>31 March 2026</a:t>
            </a:fld>
            <a:endParaRPr lang="en-US"/>
          </a:p>
        </p:txBody>
      </p:sp>
      <p:sp>
        <p:nvSpPr>
          <p:cNvPr id="23" name="Footer Placeholder 17">
            <a:extLst>
              <a:ext uri="{FF2B5EF4-FFF2-40B4-BE49-F238E27FC236}">
                <a16:creationId xmlns:a16="http://schemas.microsoft.com/office/drawing/2014/main" id="{3B3164CF-E4CF-D64B-9D47-F28E477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6" name="Slide Number Placeholder 18">
            <a:extLst>
              <a:ext uri="{FF2B5EF4-FFF2-40B4-BE49-F238E27FC236}">
                <a16:creationId xmlns:a16="http://schemas.microsoft.com/office/drawing/2014/main" id="{4A68CD89-5C54-5D4F-A1F4-9F4E7F78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5E1984-FE9B-14DE-6BEF-2CC63B74ACA8}"/>
              </a:ext>
            </a:extLst>
          </p:cNvPr>
          <p:cNvCxnSpPr>
            <a:cxnSpLocks/>
          </p:cNvCxnSpPr>
          <p:nvPr/>
        </p:nvCxnSpPr>
        <p:spPr>
          <a:xfrm>
            <a:off x="4122651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FE795-0850-7B37-82B7-087B5CBA3740}"/>
              </a:ext>
            </a:extLst>
          </p:cNvPr>
          <p:cNvCxnSpPr>
            <a:cxnSpLocks/>
          </p:cNvCxnSpPr>
          <p:nvPr/>
        </p:nvCxnSpPr>
        <p:spPr>
          <a:xfrm>
            <a:off x="7922739" y="1980007"/>
            <a:ext cx="0" cy="385688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E255960-4529-A520-2CE4-4214A8B8E852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9479178" y="2108081"/>
            <a:ext cx="640080" cy="548640"/>
          </a:xfrm>
          <a:prstGeom prst="rect">
            <a:avLst/>
          </a:prstGeom>
          <a:noFill/>
        </p:spPr>
        <p:txBody>
          <a:bodyPr tIns="0">
            <a:noAutofit/>
          </a:bodyPr>
          <a:lstStyle>
            <a:lvl1pPr marL="0" marR="0" indent="0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 sz="7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icon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62CDF611-6BA1-EB95-B8FC-48AC5E88AB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8925" y="3002870"/>
            <a:ext cx="3123162" cy="488474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</a:defRPr>
            </a:lvl1pPr>
            <a:lvl2pPr marL="171501" indent="-171501">
              <a:spcBef>
                <a:spcPts val="0"/>
              </a:spcBef>
              <a:spcAft>
                <a:spcPts val="600"/>
              </a:spcAft>
              <a:buFontTx/>
              <a:buNone/>
              <a:defRPr sz="1000" baseline="0">
                <a:solidFill>
                  <a:schemeClr val="accent6"/>
                </a:solidFill>
              </a:defRPr>
            </a:lvl2pPr>
            <a:lvl3pPr marL="341415" indent="-17150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0170" algn="l"/>
              </a:tabLst>
              <a:defRPr sz="1000" baseline="0">
                <a:solidFill>
                  <a:schemeClr val="accent6"/>
                </a:solidFill>
              </a:defRPr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Category title</a:t>
            </a:r>
          </a:p>
        </p:txBody>
      </p:sp>
    </p:spTree>
    <p:extLst>
      <p:ext uri="{BB962C8B-B14F-4D97-AF65-F5344CB8AC3E}">
        <p14:creationId xmlns:p14="http://schemas.microsoft.com/office/powerpoint/2010/main" val="326935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r graphic - 2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294-11EE-4677-7713-B08E6301C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Text or graphic - 2 Columns + headers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93046DD-C65D-964F-9393-B63DDD14EA5E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46BCE5A-C6EA-3D45-B6AA-69F8F5DE5F7C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4221" y="1641186"/>
            <a:ext cx="5439928" cy="276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/>
            </a:lvl1pPr>
          </a:lstStyle>
          <a:p>
            <a:pPr marL="171501" lvl="0" indent="-171501"/>
            <a:r>
              <a:rPr lang="en-US"/>
              <a:t>Header 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B810ED-E68E-4637-9472-F6D25D1E692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34220" y="2244720"/>
            <a:ext cx="5447479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lnSpc>
                <a:spcPct val="114000"/>
              </a:lnSpc>
              <a:defRPr sz="1200"/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F34A11-D1C4-1141-A437-411C04A150D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6359" y="1641186"/>
            <a:ext cx="5368926" cy="2769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lang="en-US" b="1" baseline="0" dirty="0"/>
            </a:lvl1pPr>
          </a:lstStyle>
          <a:p>
            <a:pPr marL="171501" lvl="0" indent="-171501"/>
            <a:r>
              <a:rPr lang="en-US"/>
              <a:t>Header 2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02C231-A124-4DBC-9E31-CF4A9E847ABD}"/>
              </a:ext>
            </a:extLst>
          </p:cNvPr>
          <p:cNvSpPr>
            <a:spLocks noGrp="1"/>
          </p:cNvSpPr>
          <p:nvPr>
            <p:ph sz="quarter" idx="5" hasCustomPrompt="1"/>
          </p:nvPr>
        </p:nvSpPr>
        <p:spPr>
          <a:xfrm>
            <a:off x="6287039" y="2244720"/>
            <a:ext cx="5376378" cy="3889379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200" kern="1200" dirty="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8054" indent="-128054">
              <a:defRPr sz="1200"/>
            </a:lvl2pPr>
            <a:lvl3pPr marL="292696" indent="-128054">
              <a:defRPr sz="1200"/>
            </a:lvl3pPr>
            <a:lvl4pPr marL="466484" indent="-128054">
              <a:defRPr sz="1200"/>
            </a:lvl4pPr>
            <a:lvl5pPr marL="695152" indent="-182935">
              <a:defRPr sz="1200"/>
            </a:lvl5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7BCA7FC-1CDF-B248-A0FE-220C98855C34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351902C6-7022-D242-9AEC-97393407D1E7}"/>
              </a:ext>
            </a:extLst>
          </p:cNvPr>
          <p:cNvSpPr>
            <a:spLocks noGrp="1"/>
          </p:cNvSpPr>
          <p:nvPr>
            <p:ph type="dt" sz="half" idx="7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D4D3E0B-7E16-4D4E-A68F-803407B1323C}" type="datetime3">
              <a:rPr lang="en-US" smtClean="0"/>
              <a:t>31 March 2026</a:t>
            </a:fld>
            <a:endParaRPr lang="en-US"/>
          </a:p>
        </p:txBody>
      </p:sp>
      <p:sp>
        <p:nvSpPr>
          <p:cNvPr id="20" name="Footer Placeholder 9">
            <a:extLst>
              <a:ext uri="{FF2B5EF4-FFF2-40B4-BE49-F238E27FC236}">
                <a16:creationId xmlns:a16="http://schemas.microsoft.com/office/drawing/2014/main" id="{1783B01A-32CF-8245-B7F6-C1BC02D8D533}"/>
              </a:ext>
            </a:extLst>
          </p:cNvPr>
          <p:cNvSpPr>
            <a:spLocks noGrp="1"/>
          </p:cNvSpPr>
          <p:nvPr>
            <p:ph type="ftr" sz="quarter" idx="8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21" name="Slide Number Placeholder 10">
            <a:extLst>
              <a:ext uri="{FF2B5EF4-FFF2-40B4-BE49-F238E27FC236}">
                <a16:creationId xmlns:a16="http://schemas.microsoft.com/office/drawing/2014/main" id="{DEEC593F-5090-F54D-9DE4-8B999E86D6AC}"/>
              </a:ext>
            </a:extLst>
          </p:cNvPr>
          <p:cNvSpPr>
            <a:spLocks noGrp="1"/>
          </p:cNvSpPr>
          <p:nvPr>
            <p:ph type="sldNum" sz="quarter" idx="9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7FFAF916-9C90-0441-B544-DB40E49534DD}"/>
              </a:ext>
            </a:extLst>
          </p:cNvPr>
          <p:cNvCxnSpPr>
            <a:cxnSpLocks/>
          </p:cNvCxnSpPr>
          <p:nvPr userDrawn="1"/>
        </p:nvCxnSpPr>
        <p:spPr>
          <a:xfrm>
            <a:off x="534221" y="1570338"/>
            <a:ext cx="543992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84A50A12-A2BB-E740-BF44-D5B7CEBE05B3}"/>
              </a:ext>
            </a:extLst>
          </p:cNvPr>
          <p:cNvCxnSpPr>
            <a:cxnSpLocks/>
          </p:cNvCxnSpPr>
          <p:nvPr userDrawn="1"/>
        </p:nvCxnSpPr>
        <p:spPr>
          <a:xfrm>
            <a:off x="6290246" y="1570338"/>
            <a:ext cx="53675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89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2F90-7640-41B9-BED1-5B1E34FE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FA065-7A30-4787-9845-A2EB5B05B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67AA-4494-483A-96A7-CFDAEA1F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68CED-4555-4966-A4CC-6EA6DB7564A4}" type="datetime3">
              <a:rPr lang="en-US" smtClean="0"/>
              <a:t>31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1647-9556-425E-AB6D-A7ADEC63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E3B2-D113-45D8-ACAA-AA63B45C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2961-14CD-45D2-98DF-50022118EB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02189"/>
      </p:ext>
    </p:extLst>
  </p:cSld>
  <p:clrMapOvr>
    <a:masterClrMapping/>
  </p:clrMapOvr>
  <p:transition>
    <p:fade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C6785F9-8B57-8343-B23F-DF593A8255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490" y="6234101"/>
            <a:ext cx="11119273" cy="200055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E6783E5-2826-A54C-B940-9E460D10F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91" y="6577229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1219170"/>
            <a:fld id="{00000000-1234-1234-1234-123412341234}" type="slidenum">
              <a:rPr lang="en" smtClean="0">
                <a:solidFill>
                  <a:srgbClr val="000000"/>
                </a:solidFill>
              </a:rPr>
              <a:pPr defTabSz="1219170"/>
              <a:t>‹#›</a:t>
            </a:fld>
            <a:endParaRPr lang="en">
              <a:solidFill>
                <a:srgbClr val="000000"/>
              </a:solidFill>
            </a:endParaRP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5EC7BDE6-448C-F642-B929-7539659A5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459" y="526372"/>
            <a:ext cx="11119273" cy="365465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800" baseline="0"/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5D19BACE-9D3F-C14E-80EA-1B4D6A37D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9" y="1021111"/>
            <a:ext cx="1111927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438" lvl="0" indent="-171438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693CE-D518-7042-8A42-6917023E81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3070" y="1562101"/>
            <a:ext cx="11120159" cy="46307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US" sz="1600" dirty="0">
                <a:latin typeface="+mn-lt"/>
              </a:defRPr>
            </a:lvl1pPr>
            <a:lvl2pPr marL="171438" indent="-171438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lang="en-US" sz="1600" dirty="0">
                <a:latin typeface="+mn-lt"/>
              </a:defRPr>
            </a:lvl2pPr>
            <a:lvl3pPr marL="341289" indent="-169850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Char char="–"/>
              <a:tabLst>
                <a:tab pos="171438" algn="l"/>
                <a:tab pos="1203235" algn="l"/>
              </a:tabLst>
              <a:defRPr lang="en-US" sz="1600" dirty="0">
                <a:latin typeface="+mn-lt"/>
              </a:defRPr>
            </a:lvl3pPr>
            <a:lvl4pPr marL="514314" indent="-173026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Char char="–"/>
              <a:defRPr lang="en-US" sz="1600" dirty="0">
                <a:latin typeface="+mn-lt"/>
              </a:defRPr>
            </a:lvl4pPr>
            <a:lvl5pPr marL="684162" indent="-169850">
              <a:lnSpc>
                <a:spcPct val="100000"/>
              </a:lnSpc>
              <a:spcAft>
                <a:spcPts val="0"/>
              </a:spcAft>
              <a:buFont typeface="Calibri" panose="020F0502020204030204" pitchFamily="34" charset="0"/>
              <a:buChar char="–"/>
              <a:defRPr lang="en-US" sz="1600" dirty="0">
                <a:latin typeface="+mn-lt"/>
              </a:defRPr>
            </a:lvl5pPr>
          </a:lstStyle>
          <a:p>
            <a:pPr lvl="0">
              <a:lnSpc>
                <a:spcPct val="107000"/>
              </a:lnSpc>
              <a:buNone/>
            </a:pPr>
            <a:r>
              <a:rPr lang="en-US"/>
              <a:t>Click to edit Master text styles</a:t>
            </a:r>
          </a:p>
          <a:p>
            <a:pPr lvl="1">
              <a:lnSpc>
                <a:spcPct val="107000"/>
              </a:lnSpc>
              <a:buNone/>
            </a:pPr>
            <a:r>
              <a:rPr lang="en-US"/>
              <a:t>Second level</a:t>
            </a:r>
          </a:p>
          <a:p>
            <a:pPr lvl="2">
              <a:lnSpc>
                <a:spcPct val="107000"/>
              </a:lnSpc>
              <a:buNone/>
            </a:pPr>
            <a:r>
              <a:rPr lang="en-US"/>
              <a:t>Third level</a:t>
            </a:r>
          </a:p>
          <a:p>
            <a:pPr lvl="3">
              <a:lnSpc>
                <a:spcPct val="107000"/>
              </a:lnSpc>
              <a:buNone/>
            </a:pPr>
            <a:r>
              <a:rPr lang="en-US"/>
              <a:t>Fourth level</a:t>
            </a:r>
          </a:p>
          <a:p>
            <a:pPr lvl="4">
              <a:lnSpc>
                <a:spcPct val="107000"/>
              </a:lnSpc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543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ream boxes – 5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975F4350-321D-CEE2-1ACB-129A107C6D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05" y="1944070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74B04-7069-3445-B9EB-0B9B3A3A5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Cream boxes – 5 columns + 1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80C8E14-0945-2A41-8B58-EE8152F56EAE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30205" y="1562100"/>
            <a:ext cx="11153336" cy="32848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spcAft>
                <a:spcPts val="0"/>
              </a:spcAft>
              <a:buNone/>
              <a:defRPr b="1"/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BEAA392-B5D8-DD44-8F19-AE98563565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5486" y="6234102"/>
            <a:ext cx="11119274" cy="2000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700" i="1" kern="1200" dirty="0">
                <a:solidFill>
                  <a:schemeClr val="accent6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Source</a:t>
            </a:r>
          </a:p>
        </p:txBody>
      </p:sp>
      <p:sp>
        <p:nvSpPr>
          <p:cNvPr id="35" name="Date Placeholder 12">
            <a:extLst>
              <a:ext uri="{FF2B5EF4-FFF2-40B4-BE49-F238E27FC236}">
                <a16:creationId xmlns:a16="http://schemas.microsoft.com/office/drawing/2014/main" id="{AE38E82C-0141-9346-80B2-D3A85F5133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0B27782-8968-46CE-9A67-3FC95F516CEF}" type="datetime3">
              <a:rPr lang="en-US" smtClean="0"/>
              <a:t>31 March 2026</a:t>
            </a:fld>
            <a:endParaRPr lang="en-US"/>
          </a:p>
        </p:txBody>
      </p:sp>
      <p:sp>
        <p:nvSpPr>
          <p:cNvPr id="32" name="Footer Placeholder 13">
            <a:extLst>
              <a:ext uri="{FF2B5EF4-FFF2-40B4-BE49-F238E27FC236}">
                <a16:creationId xmlns:a16="http://schemas.microsoft.com/office/drawing/2014/main" id="{B2E6DFD2-9821-264D-A7A3-5CCC0FB62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33" name="Slide Number Placeholder 14">
            <a:extLst>
              <a:ext uri="{FF2B5EF4-FFF2-40B4-BE49-F238E27FC236}">
                <a16:creationId xmlns:a16="http://schemas.microsoft.com/office/drawing/2014/main" id="{B9A2A1B0-A80D-774C-85A1-A2EDD84461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853026-5FAB-644F-A881-5C2B6B62A972}"/>
              </a:ext>
            </a:extLst>
          </p:cNvPr>
          <p:cNvCxnSpPr>
            <a:cxnSpLocks/>
          </p:cNvCxnSpPr>
          <p:nvPr userDrawn="1"/>
        </p:nvCxnSpPr>
        <p:spPr>
          <a:xfrm>
            <a:off x="534221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06DBEA6D-E088-AB4E-B949-67FC6B1EEF2C}"/>
              </a:ext>
            </a:extLst>
          </p:cNvPr>
          <p:cNvCxnSpPr>
            <a:cxnSpLocks/>
          </p:cNvCxnSpPr>
          <p:nvPr userDrawn="1"/>
        </p:nvCxnSpPr>
        <p:spPr>
          <a:xfrm>
            <a:off x="2802377" y="1491253"/>
            <a:ext cx="2103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7">
            <a:extLst>
              <a:ext uri="{FF2B5EF4-FFF2-40B4-BE49-F238E27FC236}">
                <a16:creationId xmlns:a16="http://schemas.microsoft.com/office/drawing/2014/main" id="{62E4C314-2D7D-3849-907E-707E0B77C432}"/>
              </a:ext>
            </a:extLst>
          </p:cNvPr>
          <p:cNvCxnSpPr>
            <a:cxnSpLocks/>
          </p:cNvCxnSpPr>
          <p:nvPr userDrawn="1"/>
        </p:nvCxnSpPr>
        <p:spPr>
          <a:xfrm>
            <a:off x="5070533" y="1491253"/>
            <a:ext cx="20849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B120A637-A5D9-6F45-A955-B41B79EBB595}"/>
              </a:ext>
            </a:extLst>
          </p:cNvPr>
          <p:cNvCxnSpPr>
            <a:cxnSpLocks/>
          </p:cNvCxnSpPr>
          <p:nvPr userDrawn="1"/>
        </p:nvCxnSpPr>
        <p:spPr>
          <a:xfrm>
            <a:off x="7320508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18">
            <a:extLst>
              <a:ext uri="{FF2B5EF4-FFF2-40B4-BE49-F238E27FC236}">
                <a16:creationId xmlns:a16="http://schemas.microsoft.com/office/drawing/2014/main" id="{CE35EA0C-F325-D579-50B5-410AFF891C30}"/>
              </a:ext>
            </a:extLst>
          </p:cNvPr>
          <p:cNvCxnSpPr>
            <a:cxnSpLocks/>
          </p:cNvCxnSpPr>
          <p:nvPr userDrawn="1"/>
        </p:nvCxnSpPr>
        <p:spPr>
          <a:xfrm>
            <a:off x="9570855" y="1491253"/>
            <a:ext cx="2085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3891DA5D-F90C-E51A-05D6-DA408E8FA5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9156" y="2573510"/>
            <a:ext cx="1804987" cy="119538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descriptive text paragraph</a:t>
            </a:r>
          </a:p>
        </p:txBody>
      </p:sp>
      <p:sp>
        <p:nvSpPr>
          <p:cNvPr id="87" name="Text Placeholder 52">
            <a:extLst>
              <a:ext uri="{FF2B5EF4-FFF2-40B4-BE49-F238E27FC236}">
                <a16:creationId xmlns:a16="http://schemas.microsoft.com/office/drawing/2014/main" id="{8181B60E-19DB-7DFF-313F-BC115C0463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92759" y="1944070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8" name="Text Placeholder 54">
            <a:extLst>
              <a:ext uri="{FF2B5EF4-FFF2-40B4-BE49-F238E27FC236}">
                <a16:creationId xmlns:a16="http://schemas.microsoft.com/office/drawing/2014/main" id="{D039E13D-DA00-EAC8-B8DB-5DDC60EC53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5601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89" name="Text Placeholder 52">
            <a:extLst>
              <a:ext uri="{FF2B5EF4-FFF2-40B4-BE49-F238E27FC236}">
                <a16:creationId xmlns:a16="http://schemas.microsoft.com/office/drawing/2014/main" id="{4629ADD1-0872-DA0D-7248-B69C843834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55313" y="1944070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0" name="Text Placeholder 54">
            <a:extLst>
              <a:ext uri="{FF2B5EF4-FFF2-40B4-BE49-F238E27FC236}">
                <a16:creationId xmlns:a16="http://schemas.microsoft.com/office/drawing/2014/main" id="{1C46074C-3490-6A3F-EBDF-CE5BAD260B5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18566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1" name="Text Placeholder 52">
            <a:extLst>
              <a:ext uri="{FF2B5EF4-FFF2-40B4-BE49-F238E27FC236}">
                <a16:creationId xmlns:a16="http://schemas.microsoft.com/office/drawing/2014/main" id="{087E45AB-D224-B178-1B43-EAA531B8BC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17867" y="1944070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5C9B9FF3-880D-ABA6-8FA5-B028E7B921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81120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3" name="Text Placeholder 52">
            <a:extLst>
              <a:ext uri="{FF2B5EF4-FFF2-40B4-BE49-F238E27FC236}">
                <a16:creationId xmlns:a16="http://schemas.microsoft.com/office/drawing/2014/main" id="{098FF0AB-10B5-F478-8472-C4522ED73F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80421" y="1944070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CC0B4EBF-633E-4EA1-7C82-325512DFC3A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9372" y="2573510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5" name="Text Placeholder 52">
            <a:extLst>
              <a:ext uri="{FF2B5EF4-FFF2-40B4-BE49-F238E27FC236}">
                <a16:creationId xmlns:a16="http://schemas.microsoft.com/office/drawing/2014/main" id="{E6C30D29-48AC-C4DA-626A-EC6634360D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0205" y="4075801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4F4841F3-19B5-3065-2DCE-33183A9B51F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9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7" name="Text Placeholder 52">
            <a:extLst>
              <a:ext uri="{FF2B5EF4-FFF2-40B4-BE49-F238E27FC236}">
                <a16:creationId xmlns:a16="http://schemas.microsoft.com/office/drawing/2014/main" id="{1DD2451D-DEB4-1F70-9F40-5E015A17C61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92759" y="4075801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8" name="Text Placeholder 54">
            <a:extLst>
              <a:ext uri="{FF2B5EF4-FFF2-40B4-BE49-F238E27FC236}">
                <a16:creationId xmlns:a16="http://schemas.microsoft.com/office/drawing/2014/main" id="{9B7C6B7E-14FB-CE04-842C-03E679B6CDA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65156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99" name="Text Placeholder 52">
            <a:extLst>
              <a:ext uri="{FF2B5EF4-FFF2-40B4-BE49-F238E27FC236}">
                <a16:creationId xmlns:a16="http://schemas.microsoft.com/office/drawing/2014/main" id="{FC592861-D882-3DF1-D4E5-8E486C67ED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55313" y="4075801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8797CBF0-AA15-2598-E400-1271C52E2B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27710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1" name="Text Placeholder 52">
            <a:extLst>
              <a:ext uri="{FF2B5EF4-FFF2-40B4-BE49-F238E27FC236}">
                <a16:creationId xmlns:a16="http://schemas.microsoft.com/office/drawing/2014/main" id="{0EC8FCE3-A6E5-10FE-60E1-066001781A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7867" y="4075801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5BC2ED24-AD95-784F-5DA8-E42C64AB97E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90264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03" name="Text Placeholder 52">
            <a:extLst>
              <a:ext uri="{FF2B5EF4-FFF2-40B4-BE49-F238E27FC236}">
                <a16:creationId xmlns:a16="http://schemas.microsoft.com/office/drawing/2014/main" id="{11632193-F291-E7DD-C438-7721B93FF13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80421" y="4075801"/>
            <a:ext cx="2103120" cy="2001080"/>
          </a:xfrm>
          <a:solidFill>
            <a:schemeClr val="tx2">
              <a:alpha val="50000"/>
            </a:schemeClr>
          </a:solidFill>
        </p:spPr>
        <p:txBody>
          <a:bodyPr lIns="182880" tIns="274320">
            <a:noAutofit/>
          </a:bodyPr>
          <a:lstStyle>
            <a:lvl1pPr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3E73A9EE-CD12-87F0-77B6-0CA2DFB5C9F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29372" y="4705241"/>
            <a:ext cx="1804987" cy="1195388"/>
          </a:xfrm>
        </p:spPr>
        <p:txBody>
          <a:bodyPr>
            <a:noAutofit/>
          </a:bodyPr>
          <a:lstStyle>
            <a:lvl1pPr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674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Tx/>
              <a:buNone/>
            </a:pPr>
            <a:r>
              <a:rPr lang="en-US"/>
              <a:t>Click to add descriptive text paragraph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BACB2D4-283C-B935-F651-9F8B6727274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4157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776A-051F-018B-0ABA-836548DA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11277600" cy="62554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2ED4B-A4E8-ABEB-8517-519F4370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996B-053D-4D13-BB82-B607C62C1759}" type="datetime3">
              <a:rPr lang="en-US" smtClean="0"/>
              <a:t>31 March 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ABDD6-F12A-D39F-4251-43CDA317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Foundation Master Template (TO EDIT THIS TEXT: select Header &amp; Footer on Insert tab) </a:t>
            </a:r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28AED6-2B15-366C-76D0-0C121BE6C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43000"/>
            <a:ext cx="11277600" cy="5067300"/>
          </a:xfrm>
        </p:spPr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3pPr marL="1143000" indent="-228600">
              <a:buFont typeface="Arial" panose="020B0604020202020204" pitchFamily="34" charset="0"/>
              <a:buChar char="–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33F10-2A6A-44D9-099F-B25BB5177DD4}"/>
              </a:ext>
            </a:extLst>
          </p:cNvPr>
          <p:cNvSpPr/>
          <p:nvPr/>
        </p:nvSpPr>
        <p:spPr>
          <a:xfrm rot="5400000" flipV="1">
            <a:off x="-3392516" y="3386496"/>
            <a:ext cx="6858000" cy="91440"/>
          </a:xfrm>
          <a:prstGeom prst="rect">
            <a:avLst/>
          </a:prstGeom>
          <a:gradFill flip="none" rotWithShape="1">
            <a:gsLst>
              <a:gs pos="60000">
                <a:schemeClr val="accent2">
                  <a:lumMod val="50000"/>
                  <a:lumOff val="50000"/>
                </a:schemeClr>
              </a:gs>
              <a:gs pos="40000">
                <a:schemeClr val="accent1">
                  <a:lumMod val="50000"/>
                  <a:lumOff val="50000"/>
                </a:schemeClr>
              </a:gs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2">
                  <a:lumMod val="90000"/>
                  <a:lumOff val="1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7398E52-39C5-E51B-344B-275B575F4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8429" y="6471285"/>
            <a:ext cx="3954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85DBE699-8F7E-4E0F-983E-5C091CB9A6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845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>
          <p15:clr>
            <a:srgbClr val="FBAE40"/>
          </p15:clr>
        </p15:guide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1899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3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30719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A155B-CCB9-45EF-83E7-A4F386C3D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BAB9-04B4-4317-A1F0-FDDB9A12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9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5" y="1710000"/>
            <a:ext cx="3672000" cy="604839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5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06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Table, Chart or Object -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E413-B6A8-DB59-DE82-C77DB9E08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2 table, chart or object - 1:3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6B3DE-D3D5-DA48-A73F-51EB967E86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457" y="1021112"/>
            <a:ext cx="111192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600" b="0" i="1" baseline="0" dirty="0"/>
            </a:lvl1pPr>
          </a:lstStyle>
          <a:p>
            <a:pPr marL="171501" lvl="0" indent="-171501">
              <a:lnSpc>
                <a:spcPct val="100000"/>
              </a:lnSpc>
            </a:pPr>
            <a:r>
              <a:rPr lang="en-US"/>
              <a:t>Page Description / Narrative Text (Optional)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A668358F-2B82-4E1B-AC57-B03EC85F571B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309570" y="1564876"/>
            <a:ext cx="7318147" cy="4493023"/>
          </a:xfrm>
          <a:prstGeom prst="rect">
            <a:avLst/>
          </a:prstGeom>
          <a:noFill/>
        </p:spPr>
        <p:txBody>
          <a:bodyPr vert="horz" lIns="0" tIns="1188720" rIns="0" bIns="0" rtlCol="0" anchor="t">
            <a:noAutofit/>
          </a:bodyPr>
          <a:lstStyle>
            <a:lvl1pPr algn="ctr">
              <a:buFontTx/>
              <a:buNone/>
              <a:defRPr lang="en-US" sz="1200" baseline="0" dirty="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C6CA577-9C24-E745-9EE2-2967A71F05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2457" y="6128113"/>
            <a:ext cx="11063434" cy="184312"/>
          </a:xfrm>
          <a:prstGeom prst="rect">
            <a:avLst/>
          </a:prstGeom>
        </p:spPr>
        <p:txBody>
          <a:bodyPr wrap="square" tIns="0" bIns="0" anchor="t" anchorCtr="0">
            <a:noAutofit/>
          </a:bodyPr>
          <a:lstStyle>
            <a:lvl1pPr>
              <a:spcAft>
                <a:spcPts val="0"/>
              </a:spcAft>
              <a:buFontTx/>
              <a:buNone/>
              <a:defRPr lang="en-US" sz="90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caption.</a:t>
            </a: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C5D8ADDA-2DC4-5148-BA3D-AEC595DAB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EC0506C8-5B85-A941-A9D4-F77855434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8">
            <a:extLst>
              <a:ext uri="{FF2B5EF4-FFF2-40B4-BE49-F238E27FC236}">
                <a16:creationId xmlns:a16="http://schemas.microsoft.com/office/drawing/2014/main" id="{4AA85031-1283-354B-8C7D-1D96639E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C3AC1FC-6EDB-784E-A133-08EBD5F2919F}" type="datetime3">
              <a:t>31 March 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F01442-EBCF-F40C-F167-C486C9BDCD4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64283" y="1565275"/>
            <a:ext cx="3495675" cy="4501430"/>
          </a:xfrm>
        </p:spPr>
        <p:txBody>
          <a:bodyPr tIns="1188720"/>
          <a:lstStyle>
            <a:lvl1pPr>
              <a:defRPr sz="1200"/>
            </a:lvl1pPr>
          </a:lstStyle>
          <a:p>
            <a:pPr marL="171501" marR="0" lvl="0" indent="-171501" algn="ctr" defTabSz="9146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Tx/>
              <a:buNone/>
              <a:tabLst/>
              <a:defRPr/>
            </a:pPr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05448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6316"/>
            <a:ext cx="10515600" cy="493657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D1BBA3E-632A-424B-9967-7DD10F251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46232" y="6512195"/>
            <a:ext cx="800878" cy="204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D7E68D5-2E21-4652-B61C-3F5B80178C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25D42AB-2B51-4B17-8D4A-B80E8AE91D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512196"/>
            <a:ext cx="2894013" cy="204853"/>
          </a:xfrm>
        </p:spPr>
        <p:txBody>
          <a:bodyPr>
            <a:normAutofit/>
          </a:bodyPr>
          <a:lstStyle>
            <a:lvl1pPr marL="0" indent="0">
              <a:buNone/>
              <a:defRPr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06917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h Head, Copy +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>
                <a:solidFill>
                  <a:srgbClr val="000000"/>
                </a:solidFill>
              </a:rPr>
              <a:t>© Bill &amp; Melinda Gates Foundation      |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3F7C509-FEEF-45D3-B896-7C07814C0C13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86834" y="1162281"/>
            <a:ext cx="11106151" cy="600132"/>
          </a:xfrm>
        </p:spPr>
        <p:txBody>
          <a:bodyPr/>
          <a:lstStyle>
            <a:lvl1pPr marL="0" indent="0">
              <a:buNone/>
              <a:defRPr sz="1667" baseline="0"/>
            </a:lvl1pPr>
            <a:lvl2pPr marL="0" indent="0">
              <a:buFont typeface="Arial" panose="020B0604020202020204" pitchFamily="34" charset="0"/>
              <a:buNone/>
              <a:defRPr sz="1667"/>
            </a:lvl2pPr>
            <a:lvl3pPr marL="0" indent="0">
              <a:buNone/>
              <a:defRPr sz="1667"/>
            </a:lvl3pPr>
            <a:lvl4pPr marL="0" indent="0">
              <a:buNone/>
              <a:defRPr sz="1667"/>
            </a:lvl4pPr>
            <a:lvl5pPr marL="0" indent="0">
              <a:buNone/>
              <a:defRPr sz="1667"/>
            </a:lvl5pPr>
          </a:lstStyle>
          <a:p>
            <a:pPr lvl="0"/>
            <a:r>
              <a:rPr lang="en-US"/>
              <a:t>Insert sub-headline or explanatory copy here – up to 2 full-width lines.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7" hasCustomPrompt="1"/>
          </p:nvPr>
        </p:nvSpPr>
        <p:spPr>
          <a:xfrm>
            <a:off x="486833" y="1949451"/>
            <a:ext cx="11106151" cy="4288367"/>
          </a:xfrm>
        </p:spPr>
        <p:txBody>
          <a:bodyPr tIns="1097280"/>
          <a:lstStyle>
            <a:lvl1pPr marL="0" indent="0" algn="ctr">
              <a:buNone/>
              <a:defRPr sz="1600" baseline="0"/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</a:lstStyle>
          <a:p>
            <a:pPr lvl="0"/>
            <a:r>
              <a:rPr lang="en-US"/>
              <a:t>Click icon to insert visual element here at full-width of slide.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486833" y="646176"/>
            <a:ext cx="11106151" cy="5092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INSERT HEADLINE HERE – UP TO 1 FULL-WIDTH LINE</a:t>
            </a:r>
          </a:p>
        </p:txBody>
      </p:sp>
    </p:spTree>
    <p:extLst>
      <p:ext uri="{BB962C8B-B14F-4D97-AF65-F5344CB8AC3E}">
        <p14:creationId xmlns:p14="http://schemas.microsoft.com/office/powerpoint/2010/main" val="332471215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FB86-03B4-74F9-56B9-54D245E62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C1158-DE8E-CA90-8A61-3570B15EA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ABE7-05DF-0D7A-3F29-05E6545B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E37F-6381-401E-A934-F4634339BA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8FA9-CC7A-41DF-59A9-C20DB6CC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B805-2F4B-90C7-F060-7449E6EE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175-BAA8-40AF-8753-F6896990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2832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 - White Background">
  <p:cSld name="Standard Slide - White Background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535489" y="535517"/>
            <a:ext cx="111208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mbria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542457" y="1021112"/>
            <a:ext cx="111192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 b="0" i="1">
                <a:solidFill>
                  <a:schemeClr val="accent6"/>
                </a:solidFill>
              </a:defRPr>
            </a:lvl1pPr>
            <a:lvl2pPr marL="1219170" lvl="1" indent="-389457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265A92"/>
              </a:buClr>
              <a:buSzPts val="1000"/>
              <a:buFont typeface="Noto Sans Symbols"/>
              <a:buChar char="▪"/>
              <a:defRPr sz="1333"/>
            </a:lvl2pPr>
            <a:lvl3pPr marL="1828754" lvl="2" indent="-372524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3086AB"/>
              </a:buClr>
              <a:buSzPts val="800"/>
              <a:buFont typeface="Arial"/>
              <a:buChar char="•"/>
              <a:defRPr/>
            </a:lvl3pPr>
            <a:lvl4pPr marL="2438339" lvl="3" indent="-355591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Arial"/>
              <a:buChar char="-"/>
              <a:defRPr/>
            </a:lvl4pPr>
            <a:lvl5pPr marL="3047924" lvl="4" indent="-372524" algn="l" rtl="0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◦"/>
              <a:defRPr/>
            </a:lvl5pPr>
            <a:lvl6pPr marL="3657509" lvl="5" indent="-42332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dt" idx="10"/>
          </p:nvPr>
        </p:nvSpPr>
        <p:spPr>
          <a:xfrm>
            <a:off x="535487" y="6588796"/>
            <a:ext cx="27436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667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ftr" idx="11"/>
          </p:nvPr>
        </p:nvSpPr>
        <p:spPr>
          <a:xfrm>
            <a:off x="4038063" y="6580287"/>
            <a:ext cx="4116000" cy="10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7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2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53.xml"/><Relationship Id="rId42" Type="http://schemas.openxmlformats.org/officeDocument/2006/relationships/slideLayout" Target="../slideLayouts/slideLayout174.xml"/><Relationship Id="rId47" Type="http://schemas.openxmlformats.org/officeDocument/2006/relationships/slideLayout" Target="../slideLayouts/slideLayout179.xml"/><Relationship Id="rId63" Type="http://schemas.openxmlformats.org/officeDocument/2006/relationships/slideLayout" Target="../slideLayouts/slideLayout195.xml"/><Relationship Id="rId68" Type="http://schemas.openxmlformats.org/officeDocument/2006/relationships/slideLayout" Target="../slideLayouts/slideLayout200.xml"/><Relationship Id="rId84" Type="http://schemas.openxmlformats.org/officeDocument/2006/relationships/slideLayout" Target="../slideLayouts/slideLayout216.xml"/><Relationship Id="rId89" Type="http://schemas.openxmlformats.org/officeDocument/2006/relationships/tags" Target="../tags/tag1.xml"/><Relationship Id="rId1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3.xml"/><Relationship Id="rId32" Type="http://schemas.openxmlformats.org/officeDocument/2006/relationships/slideLayout" Target="../slideLayouts/slideLayout164.xml"/><Relationship Id="rId37" Type="http://schemas.openxmlformats.org/officeDocument/2006/relationships/slideLayout" Target="../slideLayouts/slideLayout169.xml"/><Relationship Id="rId53" Type="http://schemas.openxmlformats.org/officeDocument/2006/relationships/slideLayout" Target="../slideLayouts/slideLayout185.xml"/><Relationship Id="rId58" Type="http://schemas.openxmlformats.org/officeDocument/2006/relationships/slideLayout" Target="../slideLayouts/slideLayout190.xml"/><Relationship Id="rId74" Type="http://schemas.openxmlformats.org/officeDocument/2006/relationships/slideLayout" Target="../slideLayouts/slideLayout206.xml"/><Relationship Id="rId79" Type="http://schemas.openxmlformats.org/officeDocument/2006/relationships/slideLayout" Target="../slideLayouts/slideLayout211.xml"/><Relationship Id="rId5" Type="http://schemas.openxmlformats.org/officeDocument/2006/relationships/slideLayout" Target="../slideLayouts/slideLayout137.xml"/><Relationship Id="rId90" Type="http://schemas.openxmlformats.org/officeDocument/2006/relationships/oleObject" Target="../embeddings/oleObject1.bin"/><Relationship Id="rId14" Type="http://schemas.openxmlformats.org/officeDocument/2006/relationships/slideLayout" Target="../slideLayouts/slideLayout146.xml"/><Relationship Id="rId22" Type="http://schemas.openxmlformats.org/officeDocument/2006/relationships/slideLayout" Target="../slideLayouts/slideLayout154.xml"/><Relationship Id="rId27" Type="http://schemas.openxmlformats.org/officeDocument/2006/relationships/slideLayout" Target="../slideLayouts/slideLayout159.xml"/><Relationship Id="rId30" Type="http://schemas.openxmlformats.org/officeDocument/2006/relationships/slideLayout" Target="../slideLayouts/slideLayout162.xml"/><Relationship Id="rId35" Type="http://schemas.openxmlformats.org/officeDocument/2006/relationships/slideLayout" Target="../slideLayouts/slideLayout167.xml"/><Relationship Id="rId43" Type="http://schemas.openxmlformats.org/officeDocument/2006/relationships/slideLayout" Target="../slideLayouts/slideLayout175.xml"/><Relationship Id="rId48" Type="http://schemas.openxmlformats.org/officeDocument/2006/relationships/slideLayout" Target="../slideLayouts/slideLayout180.xml"/><Relationship Id="rId56" Type="http://schemas.openxmlformats.org/officeDocument/2006/relationships/slideLayout" Target="../slideLayouts/slideLayout188.xml"/><Relationship Id="rId64" Type="http://schemas.openxmlformats.org/officeDocument/2006/relationships/slideLayout" Target="../slideLayouts/slideLayout196.xml"/><Relationship Id="rId69" Type="http://schemas.openxmlformats.org/officeDocument/2006/relationships/slideLayout" Target="../slideLayouts/slideLayout201.xml"/><Relationship Id="rId7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140.xml"/><Relationship Id="rId51" Type="http://schemas.openxmlformats.org/officeDocument/2006/relationships/slideLayout" Target="../slideLayouts/slideLayout183.xml"/><Relationship Id="rId72" Type="http://schemas.openxmlformats.org/officeDocument/2006/relationships/slideLayout" Target="../slideLayouts/slideLayout204.xml"/><Relationship Id="rId80" Type="http://schemas.openxmlformats.org/officeDocument/2006/relationships/slideLayout" Target="../slideLayouts/slideLayout212.xml"/><Relationship Id="rId85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44.xml"/><Relationship Id="rId17" Type="http://schemas.openxmlformats.org/officeDocument/2006/relationships/slideLayout" Target="../slideLayouts/slideLayout149.xml"/><Relationship Id="rId25" Type="http://schemas.openxmlformats.org/officeDocument/2006/relationships/slideLayout" Target="../slideLayouts/slideLayout157.xml"/><Relationship Id="rId33" Type="http://schemas.openxmlformats.org/officeDocument/2006/relationships/slideLayout" Target="../slideLayouts/slideLayout165.xml"/><Relationship Id="rId38" Type="http://schemas.openxmlformats.org/officeDocument/2006/relationships/slideLayout" Target="../slideLayouts/slideLayout170.xml"/><Relationship Id="rId46" Type="http://schemas.openxmlformats.org/officeDocument/2006/relationships/slideLayout" Target="../slideLayouts/slideLayout178.xml"/><Relationship Id="rId59" Type="http://schemas.openxmlformats.org/officeDocument/2006/relationships/slideLayout" Target="../slideLayouts/slideLayout191.xml"/><Relationship Id="rId67" Type="http://schemas.openxmlformats.org/officeDocument/2006/relationships/slideLayout" Target="../slideLayouts/slideLayout199.xml"/><Relationship Id="rId20" Type="http://schemas.openxmlformats.org/officeDocument/2006/relationships/slideLayout" Target="../slideLayouts/slideLayout152.xml"/><Relationship Id="rId41" Type="http://schemas.openxmlformats.org/officeDocument/2006/relationships/slideLayout" Target="../slideLayouts/slideLayout173.xml"/><Relationship Id="rId54" Type="http://schemas.openxmlformats.org/officeDocument/2006/relationships/slideLayout" Target="../slideLayouts/slideLayout186.xml"/><Relationship Id="rId62" Type="http://schemas.openxmlformats.org/officeDocument/2006/relationships/slideLayout" Target="../slideLayouts/slideLayout194.xml"/><Relationship Id="rId70" Type="http://schemas.openxmlformats.org/officeDocument/2006/relationships/slideLayout" Target="../slideLayouts/slideLayout202.xml"/><Relationship Id="rId75" Type="http://schemas.openxmlformats.org/officeDocument/2006/relationships/slideLayout" Target="../slideLayouts/slideLayout207.xml"/><Relationship Id="rId83" Type="http://schemas.openxmlformats.org/officeDocument/2006/relationships/slideLayout" Target="../slideLayouts/slideLayout215.xml"/><Relationship Id="rId88" Type="http://schemas.openxmlformats.org/officeDocument/2006/relationships/theme" Target="../theme/theme2.xml"/><Relationship Id="rId91" Type="http://schemas.openxmlformats.org/officeDocument/2006/relationships/image" Target="../media/image16.emf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47.xml"/><Relationship Id="rId23" Type="http://schemas.openxmlformats.org/officeDocument/2006/relationships/slideLayout" Target="../slideLayouts/slideLayout155.xml"/><Relationship Id="rId28" Type="http://schemas.openxmlformats.org/officeDocument/2006/relationships/slideLayout" Target="../slideLayouts/slideLayout160.xml"/><Relationship Id="rId36" Type="http://schemas.openxmlformats.org/officeDocument/2006/relationships/slideLayout" Target="../slideLayouts/slideLayout168.xml"/><Relationship Id="rId49" Type="http://schemas.openxmlformats.org/officeDocument/2006/relationships/slideLayout" Target="../slideLayouts/slideLayout181.xml"/><Relationship Id="rId57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42.xml"/><Relationship Id="rId31" Type="http://schemas.openxmlformats.org/officeDocument/2006/relationships/slideLayout" Target="../slideLayouts/slideLayout163.xml"/><Relationship Id="rId44" Type="http://schemas.openxmlformats.org/officeDocument/2006/relationships/slideLayout" Target="../slideLayouts/slideLayout176.xml"/><Relationship Id="rId52" Type="http://schemas.openxmlformats.org/officeDocument/2006/relationships/slideLayout" Target="../slideLayouts/slideLayout184.xml"/><Relationship Id="rId60" Type="http://schemas.openxmlformats.org/officeDocument/2006/relationships/slideLayout" Target="../slideLayouts/slideLayout192.xml"/><Relationship Id="rId65" Type="http://schemas.openxmlformats.org/officeDocument/2006/relationships/slideLayout" Target="../slideLayouts/slideLayout197.xml"/><Relationship Id="rId73" Type="http://schemas.openxmlformats.org/officeDocument/2006/relationships/slideLayout" Target="../slideLayouts/slideLayout205.xml"/><Relationship Id="rId78" Type="http://schemas.openxmlformats.org/officeDocument/2006/relationships/slideLayout" Target="../slideLayouts/slideLayout210.xml"/><Relationship Id="rId81" Type="http://schemas.openxmlformats.org/officeDocument/2006/relationships/slideLayout" Target="../slideLayouts/slideLayout213.xml"/><Relationship Id="rId86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3" Type="http://schemas.openxmlformats.org/officeDocument/2006/relationships/slideLayout" Target="../slideLayouts/slideLayout145.xml"/><Relationship Id="rId18" Type="http://schemas.openxmlformats.org/officeDocument/2006/relationships/slideLayout" Target="../slideLayouts/slideLayout150.xml"/><Relationship Id="rId39" Type="http://schemas.openxmlformats.org/officeDocument/2006/relationships/slideLayout" Target="../slideLayouts/slideLayout171.xml"/><Relationship Id="rId34" Type="http://schemas.openxmlformats.org/officeDocument/2006/relationships/slideLayout" Target="../slideLayouts/slideLayout166.xml"/><Relationship Id="rId50" Type="http://schemas.openxmlformats.org/officeDocument/2006/relationships/slideLayout" Target="../slideLayouts/slideLayout182.xml"/><Relationship Id="rId55" Type="http://schemas.openxmlformats.org/officeDocument/2006/relationships/slideLayout" Target="../slideLayouts/slideLayout187.xml"/><Relationship Id="rId76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139.xml"/><Relationship Id="rId71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134.xml"/><Relationship Id="rId29" Type="http://schemas.openxmlformats.org/officeDocument/2006/relationships/slideLayout" Target="../slideLayouts/slideLayout161.xml"/><Relationship Id="rId24" Type="http://schemas.openxmlformats.org/officeDocument/2006/relationships/slideLayout" Target="../slideLayouts/slideLayout156.xml"/><Relationship Id="rId40" Type="http://schemas.openxmlformats.org/officeDocument/2006/relationships/slideLayout" Target="../slideLayouts/slideLayout172.xml"/><Relationship Id="rId45" Type="http://schemas.openxmlformats.org/officeDocument/2006/relationships/slideLayout" Target="../slideLayouts/slideLayout177.xml"/><Relationship Id="rId66" Type="http://schemas.openxmlformats.org/officeDocument/2006/relationships/slideLayout" Target="../slideLayouts/slideLayout198.xml"/><Relationship Id="rId87" Type="http://schemas.openxmlformats.org/officeDocument/2006/relationships/slideLayout" Target="../slideLayouts/slideLayout219.xml"/><Relationship Id="rId61" Type="http://schemas.openxmlformats.org/officeDocument/2006/relationships/slideLayout" Target="../slideLayouts/slideLayout193.xml"/><Relationship Id="rId82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1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5487" y="535517"/>
            <a:ext cx="11120967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FDBF2F-985A-41CB-86F1-745668315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487" y="1568132"/>
            <a:ext cx="11120966" cy="42611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0CE9821-4EAA-4CBC-B4C8-160B7A12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A02819-2556-6D4D-9652-FC025265AC09}" type="datetime3">
              <a:rPr kumimoji="0" lang="en-US" sz="700" b="0" i="0" u="none" strike="noStrike" kern="1200" cap="none" spc="2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 March 2026</a:t>
            </a:fld>
            <a:endParaRPr kumimoji="0" lang="en-US" sz="700" b="0" i="0" u="none" strike="noStrike" kern="1200" cap="none" spc="2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Foundation Master Template (TO EDIT THIS TEXT: select Header &amp; Footer on Insert tab) 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646D8E4-CFBD-654F-88D5-B9988759092F}"/>
              </a:ext>
            </a:extLst>
          </p:cNvPr>
          <p:cNvSpPr txBox="1"/>
          <p:nvPr userDrawn="1"/>
        </p:nvSpPr>
        <p:spPr>
          <a:xfrm>
            <a:off x="9933766" y="6577228"/>
            <a:ext cx="1371957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20" normalizeH="0" baseline="0" noProof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©Gates Foundation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F7C509-FEEF-45D3-B896-7C07814C0C1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303A4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303A44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2" name="Straight Connector 7"/>
          <p:cNvCxnSpPr>
            <a:cxnSpLocks/>
          </p:cNvCxnSpPr>
          <p:nvPr/>
        </p:nvCxnSpPr>
        <p:spPr>
          <a:xfrm>
            <a:off x="535517" y="6465243"/>
            <a:ext cx="11120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7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  <p:sldLayoutId id="2147483777" r:id="rId36"/>
    <p:sldLayoutId id="2147483778" r:id="rId37"/>
    <p:sldLayoutId id="2147483779" r:id="rId38"/>
    <p:sldLayoutId id="2147483780" r:id="rId39"/>
    <p:sldLayoutId id="2147483781" r:id="rId40"/>
    <p:sldLayoutId id="2147483782" r:id="rId41"/>
    <p:sldLayoutId id="2147483783" r:id="rId42"/>
    <p:sldLayoutId id="2147483784" r:id="rId43"/>
    <p:sldLayoutId id="2147483785" r:id="rId44"/>
    <p:sldLayoutId id="2147483786" r:id="rId45"/>
    <p:sldLayoutId id="2147483787" r:id="rId46"/>
    <p:sldLayoutId id="2147483788" r:id="rId47"/>
    <p:sldLayoutId id="2147483789" r:id="rId48"/>
    <p:sldLayoutId id="2147483790" r:id="rId49"/>
    <p:sldLayoutId id="2147483791" r:id="rId50"/>
    <p:sldLayoutId id="2147483792" r:id="rId51"/>
    <p:sldLayoutId id="2147483793" r:id="rId52"/>
    <p:sldLayoutId id="2147483794" r:id="rId53"/>
    <p:sldLayoutId id="2147483795" r:id="rId54"/>
    <p:sldLayoutId id="2147483796" r:id="rId55"/>
    <p:sldLayoutId id="2147483797" r:id="rId56"/>
    <p:sldLayoutId id="2147483798" r:id="rId57"/>
    <p:sldLayoutId id="2147483799" r:id="rId58"/>
    <p:sldLayoutId id="2147483800" r:id="rId59"/>
    <p:sldLayoutId id="2147483801" r:id="rId60"/>
    <p:sldLayoutId id="2147483802" r:id="rId61"/>
    <p:sldLayoutId id="2147483803" r:id="rId62"/>
    <p:sldLayoutId id="2147483804" r:id="rId63"/>
    <p:sldLayoutId id="2147483805" r:id="rId64"/>
    <p:sldLayoutId id="2147483806" r:id="rId65"/>
    <p:sldLayoutId id="2147483807" r:id="rId66"/>
    <p:sldLayoutId id="2147483808" r:id="rId67"/>
    <p:sldLayoutId id="2147483809" r:id="rId68"/>
    <p:sldLayoutId id="2147483810" r:id="rId69"/>
    <p:sldLayoutId id="2147483811" r:id="rId70"/>
    <p:sldLayoutId id="2147483812" r:id="rId71"/>
    <p:sldLayoutId id="2147483813" r:id="rId72"/>
    <p:sldLayoutId id="2147483814" r:id="rId73"/>
    <p:sldLayoutId id="2147483815" r:id="rId74"/>
    <p:sldLayoutId id="2147483816" r:id="rId75"/>
    <p:sldLayoutId id="2147483817" r:id="rId76"/>
    <p:sldLayoutId id="2147483818" r:id="rId77"/>
    <p:sldLayoutId id="2147483819" r:id="rId78"/>
    <p:sldLayoutId id="2147483820" r:id="rId79"/>
    <p:sldLayoutId id="2147483821" r:id="rId80"/>
    <p:sldLayoutId id="2147483822" r:id="rId81"/>
    <p:sldLayoutId id="2147483823" r:id="rId82"/>
    <p:sldLayoutId id="2147483824" r:id="rId83"/>
    <p:sldLayoutId id="2147483825" r:id="rId84"/>
    <p:sldLayoutId id="2147483826" r:id="rId85"/>
    <p:sldLayoutId id="2147483827" r:id="rId86"/>
    <p:sldLayoutId id="2147483828" r:id="rId87"/>
    <p:sldLayoutId id="2147483829" r:id="rId88"/>
    <p:sldLayoutId id="2147483830" r:id="rId89"/>
    <p:sldLayoutId id="2147483831" r:id="rId90"/>
    <p:sldLayoutId id="2147483832" r:id="rId91"/>
    <p:sldLayoutId id="2147483833" r:id="rId92"/>
    <p:sldLayoutId id="2147483834" r:id="rId93"/>
    <p:sldLayoutId id="2147483835" r:id="rId94"/>
    <p:sldLayoutId id="2147483836" r:id="rId95"/>
    <p:sldLayoutId id="2147483837" r:id="rId96"/>
    <p:sldLayoutId id="2147483838" r:id="rId97"/>
    <p:sldLayoutId id="2147483839" r:id="rId98"/>
    <p:sldLayoutId id="2147483840" r:id="rId99"/>
    <p:sldLayoutId id="2147483841" r:id="rId100"/>
    <p:sldLayoutId id="2147483842" r:id="rId101"/>
    <p:sldLayoutId id="2147483843" r:id="rId102"/>
    <p:sldLayoutId id="2147483844" r:id="rId103"/>
    <p:sldLayoutId id="2147483845" r:id="rId104"/>
    <p:sldLayoutId id="2147483846" r:id="rId105"/>
    <p:sldLayoutId id="2147483847" r:id="rId106"/>
    <p:sldLayoutId id="2147483848" r:id="rId107"/>
    <p:sldLayoutId id="2147483849" r:id="rId108"/>
    <p:sldLayoutId id="2147483850" r:id="rId109"/>
    <p:sldLayoutId id="2147483851" r:id="rId110"/>
    <p:sldLayoutId id="2147483852" r:id="rId111"/>
    <p:sldLayoutId id="2147483853" r:id="rId112"/>
    <p:sldLayoutId id="2147483854" r:id="rId113"/>
    <p:sldLayoutId id="2147483855" r:id="rId114"/>
    <p:sldLayoutId id="2147483856" r:id="rId115"/>
    <p:sldLayoutId id="2147483857" r:id="rId116"/>
    <p:sldLayoutId id="2147483858" r:id="rId117"/>
    <p:sldLayoutId id="2147483859" r:id="rId118"/>
    <p:sldLayoutId id="2147483860" r:id="rId119"/>
    <p:sldLayoutId id="2147483861" r:id="rId120"/>
    <p:sldLayoutId id="2147483862" r:id="rId121"/>
    <p:sldLayoutId id="2147483863" r:id="rId122"/>
    <p:sldLayoutId id="2147483864" r:id="rId123"/>
    <p:sldLayoutId id="2147483865" r:id="rId124"/>
    <p:sldLayoutId id="2147483866" r:id="rId125"/>
    <p:sldLayoutId id="2147483867" r:id="rId126"/>
    <p:sldLayoutId id="2147483868" r:id="rId127"/>
    <p:sldLayoutId id="2147483869" r:id="rId128"/>
    <p:sldLayoutId id="2147483870" r:id="rId129"/>
    <p:sldLayoutId id="2147483871" r:id="rId130"/>
    <p:sldLayoutId id="2147483872" r:id="rId131"/>
    <p:sldLayoutId id="2147483873" r:id="rId1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674" rtl="0" eaLnBrk="1" latinLnBrk="0" hangingPunct="1">
        <a:lnSpc>
          <a:spcPts val="2301"/>
        </a:lnSpc>
        <a:spcBef>
          <a:spcPct val="0"/>
        </a:spcBef>
        <a:buNone/>
        <a:defRPr lang="en-US" sz="2800" b="0" i="0" kern="1200" cap="none" baseline="0" dirty="0">
          <a:solidFill>
            <a:schemeClr val="accent6"/>
          </a:solidFill>
          <a:latin typeface="+mj-lt"/>
          <a:ea typeface="Cambria" panose="02040503050406030204" pitchFamily="18" charset="0"/>
          <a:cs typeface="Calibri" panose="020F0502020204030204" pitchFamily="34" charset="0"/>
        </a:defRPr>
      </a:lvl1pPr>
    </p:titleStyle>
    <p:bodyStyle>
      <a:lvl1pPr marL="0" indent="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>
          <a:schemeClr val="accent6"/>
        </a:buClr>
        <a:buFontTx/>
        <a:buNone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171501" indent="-171501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>
          <a:schemeClr val="accent6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365760" indent="-169914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Font typeface="System Font Regular"/>
        <a:buChar char="–"/>
        <a:tabLst>
          <a:tab pos="171501" algn="l"/>
          <a:tab pos="1203686" algn="l"/>
        </a:tabLst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548640" indent="-18288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SzPct val="7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743173" indent="-18288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SzPct val="100000"/>
        <a:buFont typeface="System Font Regular"/>
        <a:buChar char="-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5354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692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30029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887366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33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674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011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9349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686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4023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136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869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7347">
          <p15:clr>
            <a:srgbClr val="F26B43"/>
          </p15:clr>
        </p15:guide>
        <p15:guide id="5" orient="horz" pos="384">
          <p15:clr>
            <a:srgbClr val="F26B43"/>
          </p15:clr>
        </p15:guide>
        <p15:guide id="7" orient="horz" pos="984">
          <p15:clr>
            <a:srgbClr val="F26B43"/>
          </p15:clr>
        </p15:guide>
        <p15:guide id="8" pos="3936">
          <p15:clr>
            <a:srgbClr val="F26B43"/>
          </p15:clr>
        </p15:guide>
        <p15:guide id="9" pos="3768">
          <p15:clr>
            <a:srgbClr val="F26B43"/>
          </p15:clr>
        </p15:guide>
        <p15:guide id="10" orient="horz" pos="2496">
          <p15:clr>
            <a:srgbClr val="F26B43"/>
          </p15:clr>
        </p15:guide>
        <p15:guide id="11" orient="horz" pos="3816">
          <p15:clr>
            <a:srgbClr val="F26B43"/>
          </p15:clr>
        </p15:guide>
        <p15:guide id="12" orient="horz" pos="3672">
          <p15:clr>
            <a:srgbClr val="F26B43"/>
          </p15:clr>
        </p15:guide>
        <p15:guide id="13" pos="2544">
          <p15:clr>
            <a:srgbClr val="F26B43"/>
          </p15:clr>
        </p15:guide>
        <p15:guide id="14" pos="2736">
          <p15:clr>
            <a:srgbClr val="F26B43"/>
          </p15:clr>
        </p15:guide>
        <p15:guide id="15" pos="4944">
          <p15:clr>
            <a:srgbClr val="F26B43"/>
          </p15:clr>
        </p15:guide>
        <p15:guide id="16" pos="5136">
          <p15:clr>
            <a:srgbClr val="F26B43"/>
          </p15:clr>
        </p15:guide>
        <p15:guide id="18" orient="horz" pos="3864">
          <p15:clr>
            <a:srgbClr val="F26B43"/>
          </p15:clr>
        </p15:guide>
        <p15:guide id="19" orient="horz" pos="2328">
          <p15:clr>
            <a:srgbClr val="F26B43"/>
          </p15:clr>
        </p15:guide>
        <p15:guide id="20" orient="horz" pos="26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17457F-F8CA-7E76-A55C-1FEA6A58D5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9"/>
            </p:custDataLst>
            <p:extLst>
              <p:ext uri="{D42A27DB-BD31-4B8C-83A1-F6EECF244321}">
                <p14:modId xmlns:p14="http://schemas.microsoft.com/office/powerpoint/2010/main" val="2361130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0" imgW="484" imgH="486" progId="TCLayout.ActiveDocument.1">
                  <p:embed/>
                </p:oleObj>
              </mc:Choice>
              <mc:Fallback>
                <p:oleObj name="think-cell Slide" r:id="rId90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17457F-F8CA-7E76-A55C-1FEA6A58D5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5487" y="535517"/>
            <a:ext cx="11120967" cy="365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FDBF2F-985A-41CB-86F1-745668315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487" y="1568132"/>
            <a:ext cx="11120966" cy="42611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0CE9821-4EAA-4CBC-B4C8-160B7A12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5486" y="6586325"/>
            <a:ext cx="2743915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lang="en-US" sz="700" spc="20" baseline="0" smtClean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EEB2C8A-61A0-413A-8D0D-521ACE6509AF}" type="datetime3">
              <a:rPr lang="en-US" smtClean="0"/>
              <a:t>31 March 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063" y="6577816"/>
            <a:ext cx="4115872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Foundation Master Template (TO EDIT THIS TEXT: select Header &amp; Footer on Insert tab) 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646D8E4-CFBD-654F-88D5-B9988759092F}"/>
              </a:ext>
            </a:extLst>
          </p:cNvPr>
          <p:cNvSpPr txBox="1"/>
          <p:nvPr userDrawn="1"/>
        </p:nvSpPr>
        <p:spPr>
          <a:xfrm>
            <a:off x="9933766" y="6577228"/>
            <a:ext cx="1371957" cy="107722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700" spc="20" baseline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/>
            <a:r>
              <a:rPr lang="en-US" sz="700">
                <a:solidFill>
                  <a:schemeClr val="accent6"/>
                </a:solidFill>
              </a:rPr>
              <a:t>©Gates Foundation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408288" y="6577228"/>
            <a:ext cx="253444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F7C509-FEEF-45D3-B896-7C07814C0C1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7"/>
          <p:cNvCxnSpPr>
            <a:cxnSpLocks/>
          </p:cNvCxnSpPr>
          <p:nvPr/>
        </p:nvCxnSpPr>
        <p:spPr>
          <a:xfrm>
            <a:off x="535517" y="6465243"/>
            <a:ext cx="111209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39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  <p:sldLayoutId id="2147484118" r:id="rId12"/>
    <p:sldLayoutId id="2147484119" r:id="rId13"/>
    <p:sldLayoutId id="2147484120" r:id="rId14"/>
    <p:sldLayoutId id="2147484121" r:id="rId15"/>
    <p:sldLayoutId id="2147484122" r:id="rId16"/>
    <p:sldLayoutId id="2147484123" r:id="rId17"/>
    <p:sldLayoutId id="2147484124" r:id="rId18"/>
    <p:sldLayoutId id="2147484125" r:id="rId19"/>
    <p:sldLayoutId id="2147484126" r:id="rId20"/>
    <p:sldLayoutId id="2147484127" r:id="rId21"/>
    <p:sldLayoutId id="2147484128" r:id="rId22"/>
    <p:sldLayoutId id="2147484129" r:id="rId23"/>
    <p:sldLayoutId id="2147484130" r:id="rId24"/>
    <p:sldLayoutId id="2147484131" r:id="rId25"/>
    <p:sldLayoutId id="2147484132" r:id="rId26"/>
    <p:sldLayoutId id="2147484133" r:id="rId27"/>
    <p:sldLayoutId id="2147484134" r:id="rId28"/>
    <p:sldLayoutId id="2147484135" r:id="rId29"/>
    <p:sldLayoutId id="2147484136" r:id="rId30"/>
    <p:sldLayoutId id="2147484137" r:id="rId31"/>
    <p:sldLayoutId id="2147484138" r:id="rId32"/>
    <p:sldLayoutId id="2147484139" r:id="rId33"/>
    <p:sldLayoutId id="2147484140" r:id="rId34"/>
    <p:sldLayoutId id="2147484141" r:id="rId35"/>
    <p:sldLayoutId id="2147484142" r:id="rId36"/>
    <p:sldLayoutId id="2147484143" r:id="rId37"/>
    <p:sldLayoutId id="2147484144" r:id="rId38"/>
    <p:sldLayoutId id="2147484145" r:id="rId39"/>
    <p:sldLayoutId id="2147484146" r:id="rId40"/>
    <p:sldLayoutId id="2147484147" r:id="rId41"/>
    <p:sldLayoutId id="2147484148" r:id="rId42"/>
    <p:sldLayoutId id="2147484149" r:id="rId43"/>
    <p:sldLayoutId id="2147484150" r:id="rId44"/>
    <p:sldLayoutId id="2147484151" r:id="rId45"/>
    <p:sldLayoutId id="2147484152" r:id="rId46"/>
    <p:sldLayoutId id="2147484153" r:id="rId47"/>
    <p:sldLayoutId id="2147484154" r:id="rId48"/>
    <p:sldLayoutId id="2147484155" r:id="rId49"/>
    <p:sldLayoutId id="2147484156" r:id="rId50"/>
    <p:sldLayoutId id="2147484157" r:id="rId51"/>
    <p:sldLayoutId id="2147484158" r:id="rId52"/>
    <p:sldLayoutId id="2147484159" r:id="rId53"/>
    <p:sldLayoutId id="2147484160" r:id="rId54"/>
    <p:sldLayoutId id="2147484161" r:id="rId55"/>
    <p:sldLayoutId id="2147484162" r:id="rId56"/>
    <p:sldLayoutId id="2147484163" r:id="rId57"/>
    <p:sldLayoutId id="2147484164" r:id="rId58"/>
    <p:sldLayoutId id="2147484165" r:id="rId59"/>
    <p:sldLayoutId id="2147484166" r:id="rId60"/>
    <p:sldLayoutId id="2147484167" r:id="rId61"/>
    <p:sldLayoutId id="2147484168" r:id="rId62"/>
    <p:sldLayoutId id="2147484169" r:id="rId63"/>
    <p:sldLayoutId id="2147484170" r:id="rId64"/>
    <p:sldLayoutId id="2147484171" r:id="rId65"/>
    <p:sldLayoutId id="2147484172" r:id="rId66"/>
    <p:sldLayoutId id="2147484173" r:id="rId67"/>
    <p:sldLayoutId id="2147484174" r:id="rId68"/>
    <p:sldLayoutId id="2147484175" r:id="rId69"/>
    <p:sldLayoutId id="2147484176" r:id="rId70"/>
    <p:sldLayoutId id="2147484177" r:id="rId71"/>
    <p:sldLayoutId id="2147484178" r:id="rId72"/>
    <p:sldLayoutId id="2147484179" r:id="rId73"/>
    <p:sldLayoutId id="2147484180" r:id="rId74"/>
    <p:sldLayoutId id="2147484181" r:id="rId75"/>
    <p:sldLayoutId id="2147484182" r:id="rId76"/>
    <p:sldLayoutId id="2147484183" r:id="rId77"/>
    <p:sldLayoutId id="2147484184" r:id="rId78"/>
    <p:sldLayoutId id="2147484185" r:id="rId79"/>
    <p:sldLayoutId id="2147484186" r:id="rId80"/>
    <p:sldLayoutId id="2147484187" r:id="rId81"/>
    <p:sldLayoutId id="2147484188" r:id="rId82"/>
    <p:sldLayoutId id="2147484189" r:id="rId83"/>
    <p:sldLayoutId id="2147484190" r:id="rId84"/>
    <p:sldLayoutId id="2147484191" r:id="rId85"/>
    <p:sldLayoutId id="2147484192" r:id="rId86"/>
    <p:sldLayoutId id="2147484194" r:id="rId8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674" rtl="0" eaLnBrk="1" latinLnBrk="0" hangingPunct="1">
        <a:lnSpc>
          <a:spcPts val="2301"/>
        </a:lnSpc>
        <a:spcBef>
          <a:spcPct val="0"/>
        </a:spcBef>
        <a:buNone/>
        <a:defRPr lang="en-US" sz="2800" b="0" i="0" kern="1200" cap="none" baseline="0" dirty="0">
          <a:solidFill>
            <a:schemeClr val="accent6"/>
          </a:solidFill>
          <a:latin typeface="+mj-lt"/>
          <a:ea typeface="Cambria" panose="02040503050406030204" pitchFamily="18" charset="0"/>
          <a:cs typeface="Calibri" panose="020F0502020204030204" pitchFamily="34" charset="0"/>
        </a:defRPr>
      </a:lvl1pPr>
    </p:titleStyle>
    <p:bodyStyle>
      <a:lvl1pPr marL="0" indent="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>
          <a:schemeClr val="accent6"/>
        </a:buClr>
        <a:buFontTx/>
        <a:buNone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171501" indent="-171501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>
          <a:schemeClr val="accent6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365760" indent="-169914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Font typeface="System Font Regular"/>
        <a:buChar char="–"/>
        <a:tabLst>
          <a:tab pos="171501" algn="l"/>
          <a:tab pos="1203686" algn="l"/>
        </a:tabLst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548640" indent="-18288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SzPct val="7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743173" indent="-182880" algn="l" defTabSz="914674" rtl="0" eaLnBrk="1" latinLnBrk="0" hangingPunct="1">
        <a:lnSpc>
          <a:spcPct val="114000"/>
        </a:lnSpc>
        <a:spcBef>
          <a:spcPts val="300"/>
        </a:spcBef>
        <a:spcAft>
          <a:spcPts val="300"/>
        </a:spcAft>
        <a:buClrTx/>
        <a:buSzPct val="100000"/>
        <a:buFont typeface="System Font Regular"/>
        <a:buChar char="-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5354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692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30029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887366" indent="-228669" algn="l" defTabSz="914674" rtl="0" eaLnBrk="1" latinLnBrk="0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33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674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011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9349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686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4023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136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869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7347">
          <p15:clr>
            <a:srgbClr val="F26B43"/>
          </p15:clr>
        </p15:guide>
        <p15:guide id="5" orient="horz" pos="384">
          <p15:clr>
            <a:srgbClr val="F26B43"/>
          </p15:clr>
        </p15:guide>
        <p15:guide id="7" orient="horz" pos="984">
          <p15:clr>
            <a:srgbClr val="F26B43"/>
          </p15:clr>
        </p15:guide>
        <p15:guide id="8" pos="3936">
          <p15:clr>
            <a:srgbClr val="F26B43"/>
          </p15:clr>
        </p15:guide>
        <p15:guide id="9" pos="3768">
          <p15:clr>
            <a:srgbClr val="F26B43"/>
          </p15:clr>
        </p15:guide>
        <p15:guide id="10" orient="horz" pos="2496">
          <p15:clr>
            <a:srgbClr val="F26B43"/>
          </p15:clr>
        </p15:guide>
        <p15:guide id="11" orient="horz" pos="3816">
          <p15:clr>
            <a:srgbClr val="F26B43"/>
          </p15:clr>
        </p15:guide>
        <p15:guide id="12" orient="horz" pos="3672">
          <p15:clr>
            <a:srgbClr val="F26B43"/>
          </p15:clr>
        </p15:guide>
        <p15:guide id="13" pos="2544">
          <p15:clr>
            <a:srgbClr val="F26B43"/>
          </p15:clr>
        </p15:guide>
        <p15:guide id="14" pos="2736">
          <p15:clr>
            <a:srgbClr val="F26B43"/>
          </p15:clr>
        </p15:guide>
        <p15:guide id="15" pos="4944">
          <p15:clr>
            <a:srgbClr val="F26B43"/>
          </p15:clr>
        </p15:guide>
        <p15:guide id="16" pos="5136">
          <p15:clr>
            <a:srgbClr val="F26B43"/>
          </p15:clr>
        </p15:guide>
        <p15:guide id="18" orient="horz" pos="3864">
          <p15:clr>
            <a:srgbClr val="F26B43"/>
          </p15:clr>
        </p15:guide>
        <p15:guide id="19" orient="horz" pos="2328">
          <p15:clr>
            <a:srgbClr val="F26B43"/>
          </p15:clr>
        </p15:guide>
        <p15:guide id="20" orient="horz" pos="26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9B83-9775-9847-0192-A7EC8BE7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B2461-E77E-5596-8F26-816C78BD6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1171" y="3504376"/>
            <a:ext cx="6471489" cy="523220"/>
          </a:xfrm>
        </p:spPr>
        <p:txBody>
          <a:bodyPr/>
          <a:lstStyle/>
          <a:p>
            <a:r>
              <a:rPr lang="en-US" sz="3200" dirty="0" err="1"/>
              <a:t>Starsim</a:t>
            </a:r>
            <a:r>
              <a:rPr lang="en-US" sz="3200" dirty="0"/>
              <a:t> show &amp; tell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6D1DD8-C3E1-1B03-D39F-082F4B0D2F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March 31, 2026 (PST) / April 1, 2026 (AEST)</a:t>
            </a:r>
          </a:p>
        </p:txBody>
      </p:sp>
    </p:spTree>
    <p:extLst>
      <p:ext uri="{BB962C8B-B14F-4D97-AF65-F5344CB8AC3E}">
        <p14:creationId xmlns:p14="http://schemas.microsoft.com/office/powerpoint/2010/main" val="8953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A025ECA-2B8D-FC35-5F1C-74471D78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this all about 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CE6F80-966B-01FC-20C2-DAAD87C2C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40261-7B41-174C-4450-0E10056A2B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2A612D-64D8-86D0-64D9-11D3228F2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1D0AEB-0845-136B-5110-1678D3201F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Welcome! To a fortnightly showcase series for the </a:t>
            </a:r>
            <a:r>
              <a:rPr lang="en-US" dirty="0" err="1"/>
              <a:t>Starsim</a:t>
            </a:r>
            <a:r>
              <a:rPr lang="en-US" dirty="0"/>
              <a:t> community spanning the core dev team and the researchers who use the framework.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3921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A311-E87F-ED79-9B2E-CCC494E1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doing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B3D98-4F31-9223-514C-216BBB559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1FDCD-6E55-2CEE-41B4-2CA6BE7ED70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57EFB-9413-D965-0A10-822AFA761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F7C509-FEEF-45D3-B896-7C07814C0C1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10E1BA-F831-ACF7-844C-D36BE0FF6B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b="1" dirty="0"/>
              <a:t>Why are we doing this?</a:t>
            </a:r>
            <a:endParaRPr lang="en-US" dirty="0"/>
          </a:p>
          <a:p>
            <a:r>
              <a:rPr lang="en-US" b="1" dirty="0"/>
              <a:t>- Share what we're building.</a:t>
            </a:r>
            <a:r>
              <a:rPr lang="en-US" dirty="0"/>
              <a:t> Get visibility into the range of projects and research happening across the team.</a:t>
            </a:r>
          </a:p>
          <a:p>
            <a:r>
              <a:rPr lang="en-US" b="1" dirty="0"/>
              <a:t>- Help the dev team understand real usage.</a:t>
            </a:r>
            <a:r>
              <a:rPr lang="en-US" dirty="0"/>
              <a:t> Seeing how people actually use </a:t>
            </a:r>
            <a:r>
              <a:rPr lang="en-US" dirty="0" err="1"/>
              <a:t>Starsim</a:t>
            </a:r>
            <a:r>
              <a:rPr lang="en-US" dirty="0"/>
              <a:t> helps us prioritize improvements, catch gaps, and identify common patterns worth abstracting into the framework itself.</a:t>
            </a:r>
          </a:p>
          <a:p>
            <a:r>
              <a:rPr lang="en-US" b="1" dirty="0"/>
              <a:t>- Cross-pollinate ideas.</a:t>
            </a:r>
            <a:r>
              <a:rPr lang="en-US" dirty="0"/>
              <a:t> If someone has solved a problem or found a clever approach, others should be able to learn from it rather than reinvent the wheel.</a:t>
            </a:r>
          </a:p>
          <a:p>
            <a:r>
              <a:rPr lang="en-US" b="1" dirty="0"/>
              <a:t>- Build familiarity with the framework.</a:t>
            </a:r>
            <a:r>
              <a:rPr lang="en-US" dirty="0"/>
              <a:t> Whether you're a power user or just getting started, regular exposure to different use cases is one of the best ways to deepen your understanding of what </a:t>
            </a:r>
            <a:r>
              <a:rPr lang="en-US" dirty="0" err="1"/>
              <a:t>Starsim</a:t>
            </a:r>
            <a:r>
              <a:rPr lang="en-US" dirty="0"/>
              <a:t> can 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2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37D5-1044-6CE1-85F2-E07CE729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77A1C-B3B9-40A3-3E5D-4A6C369B25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B0F7B-D9E8-1397-D6C8-93E185705F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00F8E-90EF-6CAA-5558-BA1660D7B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F7C509-FEEF-45D3-B896-7C07814C0C1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CD4E28-4E58-24A8-C5CB-BCB033907A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[ALL] Intros:</a:t>
            </a:r>
          </a:p>
          <a:p>
            <a:pPr marL="651510" lvl="2" indent="-285750"/>
            <a:r>
              <a:rPr lang="en-US" dirty="0"/>
              <a:t>Name/team</a:t>
            </a:r>
          </a:p>
          <a:p>
            <a:pPr marL="651510" lvl="2" indent="-285750"/>
            <a:r>
              <a:rPr lang="en-US" dirty="0"/>
              <a:t>How long have you been using </a:t>
            </a:r>
            <a:r>
              <a:rPr lang="en-US" dirty="0" err="1"/>
              <a:t>Starsim</a:t>
            </a:r>
            <a:r>
              <a:rPr lang="en-US" dirty="0"/>
              <a:t>?</a:t>
            </a:r>
          </a:p>
          <a:p>
            <a:pPr marL="651510" lvl="2" indent="-285750"/>
            <a:r>
              <a:rPr lang="en-US" dirty="0"/>
              <a:t>How much do you use it? E.g. almost never, all the time, once a week, 15% of my time</a:t>
            </a:r>
          </a:p>
          <a:p>
            <a:pPr marL="651510" lvl="2" indent="-285750"/>
            <a:r>
              <a:rPr lang="en-US" dirty="0"/>
              <a:t>What models/modules/frameworks do you use?</a:t>
            </a:r>
          </a:p>
          <a:p>
            <a:pPr marL="651510" lvl="2" indent="-285750"/>
            <a:r>
              <a:rPr lang="en-US" dirty="0"/>
              <a:t>Your favorite &amp; least favorite thing about using </a:t>
            </a:r>
            <a:r>
              <a:rPr lang="en-US" dirty="0" err="1"/>
              <a:t>Starsim</a:t>
            </a:r>
            <a:endParaRPr lang="en-US" dirty="0"/>
          </a:p>
          <a:p>
            <a:pPr marL="651510" lvl="2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[ROBYN] Presentation:</a:t>
            </a:r>
          </a:p>
          <a:p>
            <a:pPr marL="651510" lvl="2" indent="-285750"/>
            <a:r>
              <a:rPr lang="en-US" dirty="0"/>
              <a:t>On fetal health, pregnancy, and hooks</a:t>
            </a:r>
          </a:p>
          <a:p>
            <a:pPr marL="285750" indent="-285750"/>
            <a:endParaRPr lang="en-US" dirty="0"/>
          </a:p>
          <a:p>
            <a:pPr marL="651510" lvl="2" indent="-2857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84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1_BMGF Layouts">
  <a:themeElements>
    <a:clrScheme name="Custom 4">
      <a:dk1>
        <a:srgbClr val="000000"/>
      </a:dk1>
      <a:lt1>
        <a:srgbClr val="F5F3ED"/>
      </a:lt1>
      <a:dk2>
        <a:srgbClr val="E7C700"/>
      </a:dk2>
      <a:lt2>
        <a:srgbClr val="FFFFFF"/>
      </a:lt2>
      <a:accent1>
        <a:srgbClr val="F85C02"/>
      </a:accent1>
      <a:accent2>
        <a:srgbClr val="D93027"/>
      </a:accent2>
      <a:accent3>
        <a:srgbClr val="D83397"/>
      </a:accent3>
      <a:accent4>
        <a:srgbClr val="248AF9"/>
      </a:accent4>
      <a:accent5>
        <a:srgbClr val="3AC9B1"/>
      </a:accent5>
      <a:accent6>
        <a:srgbClr val="303A44"/>
      </a:accent6>
      <a:hlink>
        <a:srgbClr val="303A44"/>
      </a:hlink>
      <a:folHlink>
        <a:srgbClr val="EBCB00"/>
      </a:folHlink>
    </a:clrScheme>
    <a:fontScheme name="Custom 4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t"/>
      <a:lstStyle>
        <a:defPPr algn="l">
          <a:spcAft>
            <a:spcPts val="600"/>
          </a:spcAft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 sz="1200" dirty="0" smtClean="0">
            <a:solidFill>
              <a:schemeClr val="accent6"/>
            </a:solidFill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F PowerPoint Template January 2025" id="{03389B89-9A6D-44C7-B520-55EC4AF1CD88}" vid="{9504A6D4-8E2E-429E-854E-2951DFE7B211}"/>
    </a:ext>
  </a:extLst>
</a:theme>
</file>

<file path=ppt/theme/theme2.xml><?xml version="1.0" encoding="utf-8"?>
<a:theme xmlns:a="http://schemas.openxmlformats.org/drawingml/2006/main" name="5_BMGF Layouts">
  <a:themeElements>
    <a:clrScheme name="Custom 4">
      <a:dk1>
        <a:srgbClr val="000000"/>
      </a:dk1>
      <a:lt1>
        <a:srgbClr val="F5F3ED"/>
      </a:lt1>
      <a:dk2>
        <a:srgbClr val="E7C700"/>
      </a:dk2>
      <a:lt2>
        <a:srgbClr val="FFFFFF"/>
      </a:lt2>
      <a:accent1>
        <a:srgbClr val="F85C02"/>
      </a:accent1>
      <a:accent2>
        <a:srgbClr val="D93027"/>
      </a:accent2>
      <a:accent3>
        <a:srgbClr val="D83397"/>
      </a:accent3>
      <a:accent4>
        <a:srgbClr val="248AF9"/>
      </a:accent4>
      <a:accent5>
        <a:srgbClr val="3AC9B1"/>
      </a:accent5>
      <a:accent6>
        <a:srgbClr val="303A44"/>
      </a:accent6>
      <a:hlink>
        <a:srgbClr val="303A44"/>
      </a:hlink>
      <a:folHlink>
        <a:srgbClr val="EBCB00"/>
      </a:folHlink>
    </a:clrScheme>
    <a:fontScheme name="Custom 4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t"/>
      <a:lstStyle>
        <a:defPPr algn="l">
          <a:spcAft>
            <a:spcPts val="600"/>
          </a:spcAft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 sz="1200" dirty="0" smtClean="0">
            <a:solidFill>
              <a:schemeClr val="accent6"/>
            </a:solidFill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ATES FOUNDATION OVERVIEW PPT AND TEMPLATE_250116" id="{629B3A6E-5E0E-4597-B362-FA58E894DB23}" vid="{F4FF891C-FF2A-4319-9157-493CD17EC2DE}"/>
    </a:ext>
  </a:extLst>
</a:theme>
</file>

<file path=ppt/theme/theme3.xml><?xml version="1.0" encoding="utf-8"?>
<a:theme xmlns:a="http://schemas.openxmlformats.org/drawingml/2006/main" name="Office Theme">
  <a:themeElements>
    <a:clrScheme name="Gates Colors">
      <a:dk1>
        <a:srgbClr val="000000"/>
      </a:dk1>
      <a:lt1>
        <a:srgbClr val="FFFFFF"/>
      </a:lt1>
      <a:dk2>
        <a:srgbClr val="D7CBB2"/>
      </a:dk2>
      <a:lt2>
        <a:srgbClr val="6E6563"/>
      </a:lt2>
      <a:accent1>
        <a:srgbClr val="4EAB9A"/>
      </a:accent1>
      <a:accent2>
        <a:srgbClr val="F8642A"/>
      </a:accent2>
      <a:accent3>
        <a:srgbClr val="3579C4"/>
      </a:accent3>
      <a:accent4>
        <a:srgbClr val="B54388"/>
      </a:accent4>
      <a:accent5>
        <a:srgbClr val="A49A8C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11664</TotalTime>
  <Words>265</Words>
  <Application>Microsoft Macintosh PowerPoint</Application>
  <PresentationFormat>Widescreen</PresentationFormat>
  <Paragraphs>24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Times New Roman</vt:lpstr>
      <vt:lpstr>Calibri Light</vt:lpstr>
      <vt:lpstr>Wingdings</vt:lpstr>
      <vt:lpstr>Cambria</vt:lpstr>
      <vt:lpstr>Courier New</vt:lpstr>
      <vt:lpstr>Lato</vt:lpstr>
      <vt:lpstr>Arial</vt:lpstr>
      <vt:lpstr>Calibri</vt:lpstr>
      <vt:lpstr>Noto Sans Symbols</vt:lpstr>
      <vt:lpstr>System Font Regular</vt:lpstr>
      <vt:lpstr>1_BMGF Layouts</vt:lpstr>
      <vt:lpstr>5_BMGF Layouts</vt:lpstr>
      <vt:lpstr>think-cell Slide</vt:lpstr>
      <vt:lpstr>Starsim show &amp; tell</vt:lpstr>
      <vt:lpstr>What’s this all about ?</vt:lpstr>
      <vt:lpstr>Why are we doing this?</vt:lpstr>
      <vt:lpstr>Agenda for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studies: IDM software from code to policy</dc:title>
  <dc:creator>David Sotto</dc:creator>
  <cp:lastModifiedBy>Robyn Stuart</cp:lastModifiedBy>
  <cp:revision>146</cp:revision>
  <dcterms:created xsi:type="dcterms:W3CDTF">2025-01-17T22:51:22Z</dcterms:created>
  <dcterms:modified xsi:type="dcterms:W3CDTF">2026-03-31T23:59:20Z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am Owner">
    <vt:lpwstr/>
  </property>
  <property fmtid="{D5CDD505-2E9C-101B-9397-08002B2CF9AE}" pid="3" name="Topics">
    <vt:lpwstr/>
  </property>
  <property fmtid="{D5CDD505-2E9C-101B-9397-08002B2CF9AE}" pid="4" name="AuthorIds_UIVersion_4096">
    <vt:lpwstr>152</vt:lpwstr>
  </property>
  <property fmtid="{D5CDD505-2E9C-101B-9397-08002B2CF9AE}" pid="5" name="MediaServiceImageTags">
    <vt:lpwstr/>
  </property>
  <property fmtid="{D5CDD505-2E9C-101B-9397-08002B2CF9AE}" pid="6" name="ContentTypeId">
    <vt:lpwstr>0x0101002227C1369529BB45B85639AF33056762</vt:lpwstr>
  </property>
</Properties>
</file>